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4.xml" ContentType="application/vnd.openxmlformats-officedocument.theme+xml"/>
  <Override PartName="/ppt/slideLayouts/slideLayout26.xml" ContentType="application/vnd.openxmlformats-officedocument.presentationml.slideLayout+xml"/>
  <Override PartName="/ppt/theme/theme2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 id="2147483696" r:id="rId25"/>
  </p:sldMasterIdLst>
  <p:sldIdLst>
    <p:sldId id="256" r:id="rId26"/>
    <p:sldId id="257" r:id="rId27"/>
    <p:sldId id="258" r:id="rId28"/>
    <p:sldId id="284" r:id="rId29"/>
    <p:sldId id="259" r:id="rId30"/>
    <p:sldId id="260" r:id="rId31"/>
    <p:sldId id="261" r:id="rId32"/>
    <p:sldId id="285" r:id="rId33"/>
    <p:sldId id="263" r:id="rId34"/>
    <p:sldId id="264" r:id="rId35"/>
    <p:sldId id="265" r:id="rId36"/>
    <p:sldId id="286" r:id="rId37"/>
    <p:sldId id="266" r:id="rId38"/>
    <p:sldId id="267" r:id="rId39"/>
    <p:sldId id="268" r:id="rId40"/>
    <p:sldId id="269" r:id="rId41"/>
    <p:sldId id="270" r:id="rId42"/>
    <p:sldId id="271" r:id="rId43"/>
    <p:sldId id="272" r:id="rId44"/>
    <p:sldId id="273" r:id="rId45"/>
    <p:sldId id="274" r:id="rId46"/>
    <p:sldId id="283" r:id="rId47"/>
    <p:sldId id="275" r:id="rId48"/>
    <p:sldId id="276" r:id="rId49"/>
    <p:sldId id="277" r:id="rId50"/>
    <p:sldId id="278" r:id="rId51"/>
    <p:sldId id="279" r:id="rId52"/>
    <p:sldId id="280" r:id="rId53"/>
    <p:sldId id="281" r:id="rId54"/>
    <p:sldId id="282" r:id="rId55"/>
  </p:sldIdLst>
  <p:sldSz cx="9144000" cy="5143500" type="screen16x9"/>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7B7B"/>
    <a:srgbClr val="5858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94"/>
  </p:normalViewPr>
  <p:slideViewPr>
    <p:cSldViewPr snapToGrid="0">
      <p:cViewPr varScale="1">
        <p:scale>
          <a:sx n="103" d="100"/>
          <a:sy n="103" d="100"/>
        </p:scale>
        <p:origin x="83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1.xml"/><Relationship Id="rId39" Type="http://schemas.openxmlformats.org/officeDocument/2006/relationships/slide" Target="slides/slide14.xml"/><Relationship Id="rId21" Type="http://schemas.openxmlformats.org/officeDocument/2006/relationships/slideMaster" Target="slideMasters/slideMaster21.xml"/><Relationship Id="rId34" Type="http://schemas.openxmlformats.org/officeDocument/2006/relationships/slide" Target="slides/slide9.xml"/><Relationship Id="rId42" Type="http://schemas.openxmlformats.org/officeDocument/2006/relationships/slide" Target="slides/slide17.xml"/><Relationship Id="rId47" Type="http://schemas.openxmlformats.org/officeDocument/2006/relationships/slide" Target="slides/slide22.xml"/><Relationship Id="rId50" Type="http://schemas.openxmlformats.org/officeDocument/2006/relationships/slide" Target="slides/slide25.xml"/><Relationship Id="rId55" Type="http://schemas.openxmlformats.org/officeDocument/2006/relationships/slide" Target="slides/slide30.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4.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7.xml"/><Relationship Id="rId37" Type="http://schemas.openxmlformats.org/officeDocument/2006/relationships/slide" Target="slides/slide12.xml"/><Relationship Id="rId40" Type="http://schemas.openxmlformats.org/officeDocument/2006/relationships/slide" Target="slides/slide15.xml"/><Relationship Id="rId45" Type="http://schemas.openxmlformats.org/officeDocument/2006/relationships/slide" Target="slides/slide20.xml"/><Relationship Id="rId53" Type="http://schemas.openxmlformats.org/officeDocument/2006/relationships/slide" Target="slides/slide28.xml"/><Relationship Id="rId58" Type="http://schemas.openxmlformats.org/officeDocument/2006/relationships/theme" Target="theme/theme1.xml"/><Relationship Id="rId5" Type="http://schemas.openxmlformats.org/officeDocument/2006/relationships/slideMaster" Target="slideMasters/slideMaster5.xml"/><Relationship Id="rId19" Type="http://schemas.openxmlformats.org/officeDocument/2006/relationships/slideMaster" Target="slideMasters/slideMaster1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2.xml"/><Relationship Id="rId30" Type="http://schemas.openxmlformats.org/officeDocument/2006/relationships/slide" Target="slides/slide5.xml"/><Relationship Id="rId35" Type="http://schemas.openxmlformats.org/officeDocument/2006/relationships/slide" Target="slides/slide10.xml"/><Relationship Id="rId43" Type="http://schemas.openxmlformats.org/officeDocument/2006/relationships/slide" Target="slides/slide18.xml"/><Relationship Id="rId48" Type="http://schemas.openxmlformats.org/officeDocument/2006/relationships/slide" Target="slides/slide23.xml"/><Relationship Id="rId56"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26.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8.xml"/><Relationship Id="rId38" Type="http://schemas.openxmlformats.org/officeDocument/2006/relationships/slide" Target="slides/slide13.xml"/><Relationship Id="rId46" Type="http://schemas.openxmlformats.org/officeDocument/2006/relationships/slide" Target="slides/slide21.xml"/><Relationship Id="rId59" Type="http://schemas.openxmlformats.org/officeDocument/2006/relationships/tableStyles" Target="tableStyles.xml"/><Relationship Id="rId20" Type="http://schemas.openxmlformats.org/officeDocument/2006/relationships/slideMaster" Target="slideMasters/slideMaster20.xml"/><Relationship Id="rId41" Type="http://schemas.openxmlformats.org/officeDocument/2006/relationships/slide" Target="slides/slide16.xml"/><Relationship Id="rId54" Type="http://schemas.openxmlformats.org/officeDocument/2006/relationships/slide" Target="slides/slide29.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3.xml"/><Relationship Id="rId36" Type="http://schemas.openxmlformats.org/officeDocument/2006/relationships/slide" Target="slides/slide11.xml"/><Relationship Id="rId49" Type="http://schemas.openxmlformats.org/officeDocument/2006/relationships/slide" Target="slides/slide24.xml"/><Relationship Id="rId57" Type="http://schemas.openxmlformats.org/officeDocument/2006/relationships/viewProps" Target="viewProps.xml"/><Relationship Id="rId10" Type="http://schemas.openxmlformats.org/officeDocument/2006/relationships/slideMaster" Target="slideMasters/slideMaster10.xml"/><Relationship Id="rId31" Type="http://schemas.openxmlformats.org/officeDocument/2006/relationships/slide" Target="slides/slide6.xml"/><Relationship Id="rId44" Type="http://schemas.openxmlformats.org/officeDocument/2006/relationships/slide" Target="slides/slide19.xml"/><Relationship Id="rId52"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 name="PlaceHolder 2"/>
          <p:cNvSpPr>
            <a:spLocks noGrp="1"/>
          </p:cNvSpPr>
          <p:nvPr>
            <p:ph type="subTitle"/>
          </p:nvPr>
        </p:nvSpPr>
        <p:spPr>
          <a:xfrm>
            <a:off x="311760" y="1152360"/>
            <a:ext cx="8519760" cy="34156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2" name="PlaceHolder 3"/>
          <p:cNvSpPr>
            <a:spLocks noGrp="1"/>
          </p:cNvSpPr>
          <p:nvPr>
            <p:ph type="sldNum" idx="1"/>
          </p:nvPr>
        </p:nvSpPr>
        <p:spPr/>
        <p:txBody>
          <a:bodyPr/>
          <a:lstStyle/>
          <a:p>
            <a:fld id="{E438B911-FDE1-442F-90C8-6A8380F661E2}"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BIG_NUMBER">
    <p:spTree>
      <p:nvGrpSpPr>
        <p:cNvPr id="1" name=""/>
        <p:cNvGrpSpPr/>
        <p:nvPr/>
      </p:nvGrpSpPr>
      <p:grpSpPr>
        <a:xfrm>
          <a:off x="0" y="0"/>
          <a:ext cx="0" cy="0"/>
          <a:chOff x="0" y="0"/>
          <a:chExt cx="0" cy="0"/>
        </a:xfrm>
      </p:grpSpPr>
      <p:sp>
        <p:nvSpPr>
          <p:cNvPr id="8"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9"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2"/>
          </p:nvPr>
        </p:nvSpPr>
        <p:spPr/>
        <p:txBody>
          <a:bodyPr/>
          <a:lstStyle/>
          <a:p>
            <a:fld id="{37FB577E-B572-4EAF-8748-8308B04E9BA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BLANK">
    <p:spTree>
      <p:nvGrpSpPr>
        <p:cNvPr id="1" name=""/>
        <p:cNvGrpSpPr/>
        <p:nvPr/>
      </p:nvGrpSpPr>
      <p:grpSpPr>
        <a:xfrm>
          <a:off x="0" y="0"/>
          <a:ext cx="0" cy="0"/>
          <a:chOff x="0" y="0"/>
          <a:chExt cx="0" cy="0"/>
        </a:xfrm>
      </p:grpSpPr>
      <p:sp>
        <p:nvSpPr>
          <p:cNvPr id="11"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3"/>
          </p:nvPr>
        </p:nvSpPr>
        <p:spPr/>
        <p:txBody>
          <a:bodyPr/>
          <a:lstStyle/>
          <a:p>
            <a:fld id="{D0CD5278-3F49-4494-9D25-8A199AF37F6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Default">
    <p:spTree>
      <p:nvGrpSpPr>
        <p:cNvPr id="1" name=""/>
        <p:cNvGrpSpPr/>
        <p:nvPr/>
      </p:nvGrpSpPr>
      <p:grpSpPr>
        <a:xfrm>
          <a:off x="0" y="0"/>
          <a:ext cx="0" cy="0"/>
          <a:chOff x="0" y="0"/>
          <a:chExt cx="0" cy="0"/>
        </a:xfrm>
      </p:grpSpPr>
      <p:sp>
        <p:nvSpPr>
          <p:cNvPr id="16"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7"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4"/>
          </p:nvPr>
        </p:nvSpPr>
        <p:spPr/>
        <p:txBody>
          <a:bodyPr/>
          <a:lstStyle/>
          <a:p>
            <a:fld id="{2E80204C-D67A-4633-B881-ACF68F012E5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_AND_TWO_COLUMNS">
    <p:spTree>
      <p:nvGrpSpPr>
        <p:cNvPr id="1" name=""/>
        <p:cNvGrpSpPr/>
        <p:nvPr/>
      </p:nvGrpSpPr>
      <p:grpSpPr>
        <a:xfrm>
          <a:off x="0" y="0"/>
          <a:ext cx="0" cy="0"/>
          <a:chOff x="0" y="0"/>
          <a:chExt cx="0" cy="0"/>
        </a:xfrm>
      </p:grpSpPr>
      <p:sp>
        <p:nvSpPr>
          <p:cNvPr id="22"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3"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5"/>
          </p:nvPr>
        </p:nvSpPr>
        <p:spPr/>
        <p:txBody>
          <a:bodyPr/>
          <a:lstStyle/>
          <a:p>
            <a:fld id="{F40F146A-5CA9-4B04-8844-9774ACB97F30}"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27"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8"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6"/>
          </p:nvPr>
        </p:nvSpPr>
        <p:spPr/>
        <p:txBody>
          <a:bodyPr/>
          <a:lstStyle/>
          <a:p>
            <a:fld id="{9B9849D0-C1B2-4266-8B1E-6C0E3F9F8042}"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_HEADER">
    <p:spTree>
      <p:nvGrpSpPr>
        <p:cNvPr id="1" name=""/>
        <p:cNvGrpSpPr/>
        <p:nvPr/>
      </p:nvGrpSpPr>
      <p:grpSpPr>
        <a:xfrm>
          <a:off x="0" y="0"/>
          <a:ext cx="0" cy="0"/>
          <a:chOff x="0" y="0"/>
          <a:chExt cx="0" cy="0"/>
        </a:xfrm>
      </p:grpSpPr>
      <p:sp>
        <p:nvSpPr>
          <p:cNvPr id="31"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7"/>
          </p:nvPr>
        </p:nvSpPr>
        <p:spPr/>
        <p:txBody>
          <a:bodyPr/>
          <a:lstStyle/>
          <a:p>
            <a:fld id="{824222A9-BD81-444B-9433-834B89224007}"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TITLE_ONLY">
    <p:spTree>
      <p:nvGrpSpPr>
        <p:cNvPr id="1" name=""/>
        <p:cNvGrpSpPr/>
        <p:nvPr/>
      </p:nvGrpSpPr>
      <p:grpSpPr>
        <a:xfrm>
          <a:off x="0" y="0"/>
          <a:ext cx="0" cy="0"/>
          <a:chOff x="0" y="0"/>
          <a:chExt cx="0" cy="0"/>
        </a:xfrm>
      </p:grpSpPr>
      <p:sp>
        <p:nvSpPr>
          <p:cNvPr id="35"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6"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8"/>
          </p:nvPr>
        </p:nvSpPr>
        <p:spPr/>
        <p:txBody>
          <a:bodyPr/>
          <a:lstStyle/>
          <a:p>
            <a:fld id="{4E212382-7B8D-4037-93FD-28508CEFA77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ONE_COLUMN_TEXT">
    <p:spTree>
      <p:nvGrpSpPr>
        <p:cNvPr id="1" name=""/>
        <p:cNvGrpSpPr/>
        <p:nvPr/>
      </p:nvGrpSpPr>
      <p:grpSpPr>
        <a:xfrm>
          <a:off x="0" y="0"/>
          <a:ext cx="0" cy="0"/>
          <a:chOff x="0" y="0"/>
          <a:chExt cx="0" cy="0"/>
        </a:xfrm>
      </p:grpSpPr>
      <p:sp>
        <p:nvSpPr>
          <p:cNvPr id="40"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1"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9"/>
          </p:nvPr>
        </p:nvSpPr>
        <p:spPr/>
        <p:txBody>
          <a:bodyPr/>
          <a:lstStyle/>
          <a:p>
            <a:fld id="{F1C6E195-5E55-4AA5-8549-FBB91E11672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MAIN_POINT">
    <p:spTree>
      <p:nvGrpSpPr>
        <p:cNvPr id="1" name=""/>
        <p:cNvGrpSpPr/>
        <p:nvPr/>
      </p:nvGrpSpPr>
      <p:grpSpPr>
        <a:xfrm>
          <a:off x="0" y="0"/>
          <a:ext cx="0" cy="0"/>
          <a:chOff x="0" y="0"/>
          <a:chExt cx="0" cy="0"/>
        </a:xfrm>
      </p:grpSpPr>
      <p:sp>
        <p:nvSpPr>
          <p:cNvPr id="44"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5"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0"/>
          </p:nvPr>
        </p:nvSpPr>
        <p:spPr/>
        <p:txBody>
          <a:bodyPr/>
          <a:lstStyle/>
          <a:p>
            <a:fld id="{1FEA913F-FFEB-4BBB-8BE6-C35CFD5412D2}"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SECTION_TITLE_AND_DESCRIPTION">
    <p:spTree>
      <p:nvGrpSpPr>
        <p:cNvPr id="1" name=""/>
        <p:cNvGrpSpPr/>
        <p:nvPr/>
      </p:nvGrpSpPr>
      <p:grpSpPr>
        <a:xfrm>
          <a:off x="0" y="0"/>
          <a:ext cx="0" cy="0"/>
          <a:chOff x="0" y="0"/>
          <a:chExt cx="0" cy="0"/>
        </a:xfrm>
      </p:grpSpPr>
      <p:sp>
        <p:nvSpPr>
          <p:cNvPr id="51"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2"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1"/>
          </p:nvPr>
        </p:nvSpPr>
        <p:spPr/>
        <p:txBody>
          <a:bodyPr/>
          <a:lstStyle/>
          <a:p>
            <a:fld id="{18C2DF5E-ED04-4761-BAA1-676F09A7FC58}"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Default 1">
    <p:spTree>
      <p:nvGrpSpPr>
        <p:cNvPr id="1" name=""/>
        <p:cNvGrpSpPr/>
        <p:nvPr/>
      </p:nvGrpSpPr>
      <p:grpSpPr>
        <a:xfrm>
          <a:off x="0" y="0"/>
          <a:ext cx="0" cy="0"/>
          <a:chOff x="0" y="0"/>
          <a:chExt cx="0" cy="0"/>
        </a:xfrm>
      </p:grpSpPr>
      <p:sp>
        <p:nvSpPr>
          <p:cNvPr id="55"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6"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2"/>
          </p:nvPr>
        </p:nvSpPr>
        <p:spPr/>
        <p:txBody>
          <a:bodyPr/>
          <a:lstStyle/>
          <a:p>
            <a:fld id="{541D9243-B881-4DD5-81F1-DDD389164820}"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CAPTION_ONLY">
    <p:spTree>
      <p:nvGrpSpPr>
        <p:cNvPr id="1" name=""/>
        <p:cNvGrpSpPr/>
        <p:nvPr/>
      </p:nvGrpSpPr>
      <p:grpSpPr>
        <a:xfrm>
          <a:off x="0" y="0"/>
          <a:ext cx="0" cy="0"/>
          <a:chOff x="0" y="0"/>
          <a:chExt cx="0" cy="0"/>
        </a:xfrm>
      </p:grpSpPr>
      <p:sp>
        <p:nvSpPr>
          <p:cNvPr id="59"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0"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3"/>
          </p:nvPr>
        </p:nvSpPr>
        <p:spPr/>
        <p:txBody>
          <a:bodyPr/>
          <a:lstStyle/>
          <a:p>
            <a:fld id="{F58F2D23-2F38-4C64-80A9-CDCA38D94937}"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Default 2">
    <p:spTree>
      <p:nvGrpSpPr>
        <p:cNvPr id="1" name=""/>
        <p:cNvGrpSpPr/>
        <p:nvPr/>
      </p:nvGrpSpPr>
      <p:grpSpPr>
        <a:xfrm>
          <a:off x="0" y="0"/>
          <a:ext cx="0" cy="0"/>
          <a:chOff x="0" y="0"/>
          <a:chExt cx="0" cy="0"/>
        </a:xfrm>
      </p:grpSpPr>
      <p:sp>
        <p:nvSpPr>
          <p:cNvPr id="64"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5"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4"/>
          </p:nvPr>
        </p:nvSpPr>
        <p:spPr/>
        <p:txBody>
          <a:bodyPr/>
          <a:lstStyle/>
          <a:p>
            <a:fld id="{5D364F2F-7160-4EC5-87AD-294B72B381A5}"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Default 3">
    <p:spTree>
      <p:nvGrpSpPr>
        <p:cNvPr id="1" name=""/>
        <p:cNvGrpSpPr/>
        <p:nvPr/>
      </p:nvGrpSpPr>
      <p:grpSpPr>
        <a:xfrm>
          <a:off x="0" y="0"/>
          <a:ext cx="0" cy="0"/>
          <a:chOff x="0" y="0"/>
          <a:chExt cx="0" cy="0"/>
        </a:xfrm>
      </p:grpSpPr>
      <p:sp>
        <p:nvSpPr>
          <p:cNvPr id="67"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68"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5"/>
          </p:nvPr>
        </p:nvSpPr>
        <p:spPr/>
        <p:txBody>
          <a:bodyPr/>
          <a:lstStyle/>
          <a:p>
            <a:fld id="{AC3160D0-FC1C-48DF-B256-73F79E8BAA94}"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Default 4">
    <p:spTree>
      <p:nvGrpSpPr>
        <p:cNvPr id="1" name=""/>
        <p:cNvGrpSpPr/>
        <p:nvPr/>
      </p:nvGrpSpPr>
      <p:grpSpPr>
        <a:xfrm>
          <a:off x="0" y="0"/>
          <a:ext cx="0" cy="0"/>
          <a:chOff x="0" y="0"/>
          <a:chExt cx="0" cy="0"/>
        </a:xfrm>
      </p:grpSpPr>
      <p:sp>
        <p:nvSpPr>
          <p:cNvPr id="72"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3"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6"/>
          </p:nvPr>
        </p:nvSpPr>
        <p:spPr/>
        <p:txBody>
          <a:bodyPr/>
          <a:lstStyle/>
          <a:p>
            <a:fld id="{B476901A-A289-4AF1-B50A-5098C2BAD1FA}"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Default 5">
    <p:spTree>
      <p:nvGrpSpPr>
        <p:cNvPr id="1" name=""/>
        <p:cNvGrpSpPr/>
        <p:nvPr/>
      </p:nvGrpSpPr>
      <p:grpSpPr>
        <a:xfrm>
          <a:off x="0" y="0"/>
          <a:ext cx="0" cy="0"/>
          <a:chOff x="0" y="0"/>
          <a:chExt cx="0" cy="0"/>
        </a:xfrm>
      </p:grpSpPr>
      <p:sp>
        <p:nvSpPr>
          <p:cNvPr id="78"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9"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7"/>
          </p:nvPr>
        </p:nvSpPr>
        <p:spPr/>
        <p:txBody>
          <a:bodyPr/>
          <a:lstStyle/>
          <a:p>
            <a:fld id="{214BC302-3147-41BA-9DC4-7C48ADBB05B1}"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Default 6">
    <p:spTree>
      <p:nvGrpSpPr>
        <p:cNvPr id="1" name=""/>
        <p:cNvGrpSpPr/>
        <p:nvPr/>
      </p:nvGrpSpPr>
      <p:grpSpPr>
        <a:xfrm>
          <a:off x="0" y="0"/>
          <a:ext cx="0" cy="0"/>
          <a:chOff x="0" y="0"/>
          <a:chExt cx="0" cy="0"/>
        </a:xfrm>
      </p:grpSpPr>
      <p:sp>
        <p:nvSpPr>
          <p:cNvPr id="82"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83"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8"/>
          </p:nvPr>
        </p:nvSpPr>
        <p:spPr/>
        <p:txBody>
          <a:bodyPr/>
          <a:lstStyle/>
          <a:p>
            <a:fld id="{BCF20DC6-AFC5-4018-AD3B-7A64D13C8F49}"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reserve="1">
  <p:cSld name="Default 7">
    <p:spTree>
      <p:nvGrpSpPr>
        <p:cNvPr id="1" name=""/>
        <p:cNvGrpSpPr/>
        <p:nvPr/>
      </p:nvGrpSpPr>
      <p:grpSpPr>
        <a:xfrm>
          <a:off x="0" y="0"/>
          <a:ext cx="0" cy="0"/>
          <a:chOff x="0" y="0"/>
          <a:chExt cx="0" cy="0"/>
        </a:xfrm>
      </p:grpSpPr>
      <p:sp>
        <p:nvSpPr>
          <p:cNvPr id="87"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88"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9"/>
          </p:nvPr>
        </p:nvSpPr>
        <p:spPr/>
        <p:txBody>
          <a:bodyPr/>
          <a:lstStyle/>
          <a:p>
            <a:fld id="{51019DED-193F-4C20-9067-C9CD92773F15}"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reserve="1">
  <p:cSld name="Default 8">
    <p:spTree>
      <p:nvGrpSpPr>
        <p:cNvPr id="1" name=""/>
        <p:cNvGrpSpPr/>
        <p:nvPr/>
      </p:nvGrpSpPr>
      <p:grpSpPr>
        <a:xfrm>
          <a:off x="0" y="0"/>
          <a:ext cx="0" cy="0"/>
          <a:chOff x="0" y="0"/>
          <a:chExt cx="0" cy="0"/>
        </a:xfrm>
      </p:grpSpPr>
      <p:sp>
        <p:nvSpPr>
          <p:cNvPr id="91"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92"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20"/>
          </p:nvPr>
        </p:nvSpPr>
        <p:spPr/>
        <p:txBody>
          <a:bodyPr/>
          <a:lstStyle/>
          <a:p>
            <a:fld id="{C428BC0D-9A37-4CFD-90B0-071F013326B4}"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Default 9">
    <p:spTree>
      <p:nvGrpSpPr>
        <p:cNvPr id="1" name=""/>
        <p:cNvGrpSpPr/>
        <p:nvPr/>
      </p:nvGrpSpPr>
      <p:grpSpPr>
        <a:xfrm>
          <a:off x="0" y="0"/>
          <a:ext cx="0" cy="0"/>
          <a:chOff x="0" y="0"/>
          <a:chExt cx="0" cy="0"/>
        </a:xfrm>
      </p:grpSpPr>
      <p:sp>
        <p:nvSpPr>
          <p:cNvPr id="98"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99"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21"/>
          </p:nvPr>
        </p:nvSpPr>
        <p:spPr/>
        <p:txBody>
          <a:bodyPr/>
          <a:lstStyle/>
          <a:p>
            <a:fld id="{2D867EF2-DE49-4BD9-B241-9C448233A660}"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Default 10">
    <p:spTree>
      <p:nvGrpSpPr>
        <p:cNvPr id="1" name=""/>
        <p:cNvGrpSpPr/>
        <p:nvPr/>
      </p:nvGrpSpPr>
      <p:grpSpPr>
        <a:xfrm>
          <a:off x="0" y="0"/>
          <a:ext cx="0" cy="0"/>
          <a:chOff x="0" y="0"/>
          <a:chExt cx="0" cy="0"/>
        </a:xfrm>
      </p:grpSpPr>
      <p:sp>
        <p:nvSpPr>
          <p:cNvPr id="102"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3"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22"/>
          </p:nvPr>
        </p:nvSpPr>
        <p:spPr/>
        <p:txBody>
          <a:bodyPr/>
          <a:lstStyle/>
          <a:p>
            <a:fld id="{AD58637A-2454-4D7D-9B27-AA162A18CEB5}"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Default 18">
    <p:spTree>
      <p:nvGrpSpPr>
        <p:cNvPr id="1" name=""/>
        <p:cNvGrpSpPr/>
        <p:nvPr/>
      </p:nvGrpSpPr>
      <p:grpSpPr>
        <a:xfrm>
          <a:off x="0" y="0"/>
          <a:ext cx="0" cy="0"/>
          <a:chOff x="0" y="0"/>
          <a:chExt cx="0" cy="0"/>
        </a:xfrm>
      </p:grpSpPr>
      <p:sp>
        <p:nvSpPr>
          <p:cNvPr id="107"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8"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23"/>
          </p:nvPr>
        </p:nvSpPr>
        <p:spPr/>
        <p:txBody>
          <a:bodyPr/>
          <a:lstStyle/>
          <a:p>
            <a:fld id="{4829110B-9E67-4A31-93B1-FBF1C22C4029}"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Default 7_">
    <p:spTree>
      <p:nvGrpSpPr>
        <p:cNvPr id="1" name=""/>
        <p:cNvGrpSpPr/>
        <p:nvPr/>
      </p:nvGrpSpPr>
      <p:grpSpPr>
        <a:xfrm>
          <a:off x="0" y="0"/>
          <a:ext cx="0" cy="0"/>
          <a:chOff x="0" y="0"/>
          <a:chExt cx="0" cy="0"/>
        </a:xfrm>
      </p:grpSpPr>
      <p:sp>
        <p:nvSpPr>
          <p:cNvPr id="113"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14" name="PlaceHolder 2"/>
          <p:cNvSpPr>
            <a:spLocks noGrp="1"/>
          </p:cNvSpPr>
          <p:nvPr>
            <p:ph/>
          </p:nvPr>
        </p:nvSpPr>
        <p:spPr>
          <a:xfrm>
            <a:off x="311760" y="1152360"/>
            <a:ext cx="415728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15" name="PlaceHolder 3"/>
          <p:cNvSpPr>
            <a:spLocks noGrp="1"/>
          </p:cNvSpPr>
          <p:nvPr>
            <p:ph/>
          </p:nvPr>
        </p:nvSpPr>
        <p:spPr>
          <a:xfrm>
            <a:off x="4677120" y="1152360"/>
            <a:ext cx="415728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sldNum" idx="24"/>
          </p:nvPr>
        </p:nvSpPr>
        <p:spPr/>
        <p:txBody>
          <a:bodyPr/>
          <a:lstStyle/>
          <a:p>
            <a:fld id="{3F8ED842-5C0A-4CE8-9E69-956CEAB2FD5F}"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Default 18">
    <p:spTree>
      <p:nvGrpSpPr>
        <p:cNvPr id="1" name=""/>
        <p:cNvGrpSpPr/>
        <p:nvPr/>
      </p:nvGrpSpPr>
      <p:grpSpPr>
        <a:xfrm>
          <a:off x="0" y="0"/>
          <a:ext cx="0" cy="0"/>
          <a:chOff x="0" y="0"/>
          <a:chExt cx="0" cy="0"/>
        </a:xfrm>
      </p:grpSpPr>
      <p:sp>
        <p:nvSpPr>
          <p:cNvPr id="107" name="PlaceHolder 1"/>
          <p:cNvSpPr>
            <a:spLocks noGrp="1"/>
          </p:cNvSpPr>
          <p:nvPr>
            <p:ph type="title"/>
          </p:nvPr>
        </p:nvSpPr>
        <p:spPr>
          <a:xfrm>
            <a:off x="311760" y="418320"/>
            <a:ext cx="8519760" cy="62532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8" name="PlaceHolder 2"/>
          <p:cNvSpPr>
            <a:spLocks noGrp="1"/>
          </p:cNvSpPr>
          <p:nvPr>
            <p:ph/>
          </p:nvPr>
        </p:nvSpPr>
        <p:spPr>
          <a:xfrm>
            <a:off x="311760" y="1152360"/>
            <a:ext cx="8519760" cy="34156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23"/>
          </p:nvPr>
        </p:nvSpPr>
        <p:spPr/>
        <p:txBody>
          <a:bodyPr/>
          <a:lstStyle/>
          <a:p>
            <a:fld id="{4829110B-9E67-4A31-93B1-FBF1C22C4029}" type="slidenum">
              <a:t>‹#›</a:t>
            </a:fld>
            <a:endParaRPr/>
          </a:p>
        </p:txBody>
      </p:sp>
    </p:spTree>
    <p:extLst>
      <p:ext uri="{BB962C8B-B14F-4D97-AF65-F5344CB8AC3E}">
        <p14:creationId xmlns:p14="http://schemas.microsoft.com/office/powerpoint/2010/main" val="8947083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5"/>
          </p:nvPr>
        </p:nvSpPr>
        <p:spPr/>
        <p:txBody>
          <a:bodyPr/>
          <a:lstStyle/>
          <a:p>
            <a:fld id="{A1D417B1-1D76-4DDA-9F4D-E95F42D9F48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3" Type="http://schemas.openxmlformats.org/officeDocument/2006/relationships/theme" Target="../theme/theme24.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311760" y="744480"/>
            <a:ext cx="8520120" cy="2052360"/>
          </a:xfrm>
          <a:prstGeom prst="rect">
            <a:avLst/>
          </a:prstGeom>
          <a:noFill/>
          <a:ln w="12600">
            <a:noFill/>
          </a:ln>
        </p:spPr>
        <p:txBody>
          <a:bodyPr lIns="91440" tIns="91440" rIns="91440" bIns="91440" anchor="b">
            <a:noAutofit/>
          </a:bodyPr>
          <a:lstStyle/>
          <a:p>
            <a:pPr indent="0" algn="ctr" defTabSz="914400">
              <a:lnSpc>
                <a:spcPct val="100000"/>
              </a:lnSpc>
              <a:buNone/>
              <a:tabLst>
                <a:tab pos="0" algn="l"/>
              </a:tabLst>
            </a:pPr>
            <a:r>
              <a:rPr lang="en-US" sz="5200" b="0" strike="noStrike" spc="-1">
                <a:solidFill>
                  <a:srgbClr val="000000"/>
                </a:solidFill>
                <a:latin typeface="Arial"/>
                <a:ea typeface="Arial"/>
              </a:rPr>
              <a:t>Title Text</a:t>
            </a:r>
            <a:endParaRPr lang="en-US" sz="5200" b="0" strike="noStrike" spc="-1">
              <a:solidFill>
                <a:srgbClr val="000000"/>
              </a:solidFill>
              <a:latin typeface="Arial"/>
            </a:endParaRPr>
          </a:p>
        </p:txBody>
      </p:sp>
      <p:sp>
        <p:nvSpPr>
          <p:cNvPr id="4" name="PlaceHolder 2"/>
          <p:cNvSpPr>
            <a:spLocks noGrp="1"/>
          </p:cNvSpPr>
          <p:nvPr>
            <p:ph type="body"/>
          </p:nvPr>
        </p:nvSpPr>
        <p:spPr>
          <a:xfrm>
            <a:off x="311760" y="2834280"/>
            <a:ext cx="8520120" cy="792360"/>
          </a:xfrm>
          <a:prstGeom prst="rect">
            <a:avLst/>
          </a:prstGeom>
          <a:noFill/>
          <a:ln w="12600">
            <a:noFill/>
          </a:ln>
        </p:spPr>
        <p:txBody>
          <a:bodyPr lIns="91440" tIns="91440" rIns="91440" bIns="91440" anchor="t">
            <a:noAutofit/>
          </a:bodyPr>
          <a:lstStyle/>
          <a:p>
            <a:pPr marL="228600" indent="-114480" algn="ctr" defTabSz="914400">
              <a:lnSpc>
                <a:spcPct val="100000"/>
              </a:lnSpc>
              <a:buNone/>
              <a:tabLst>
                <a:tab pos="0" algn="l"/>
              </a:tabLst>
            </a:pPr>
            <a:r>
              <a:rPr lang="en-US" sz="2800" b="0" strike="noStrike" spc="-1">
                <a:solidFill>
                  <a:srgbClr val="585858"/>
                </a:solidFill>
                <a:latin typeface="Arial"/>
                <a:ea typeface="Arial"/>
              </a:rPr>
              <a:t>Body Level One</a:t>
            </a:r>
            <a:endParaRPr lang="en-US" sz="2800" b="0" strike="noStrike" spc="-1">
              <a:solidFill>
                <a:srgbClr val="585858"/>
              </a:solidFill>
              <a:latin typeface="Arial"/>
            </a:endParaRPr>
          </a:p>
          <a:p>
            <a:pPr marL="228600" indent="114480" algn="ctr" defTabSz="914400">
              <a:lnSpc>
                <a:spcPct val="100000"/>
              </a:lnSpc>
              <a:buNone/>
              <a:tabLst>
                <a:tab pos="0" algn="l"/>
              </a:tabLst>
            </a:pPr>
            <a:r>
              <a:rPr lang="en-US" sz="2800" b="0" strike="noStrike" spc="-1">
                <a:solidFill>
                  <a:srgbClr val="585858"/>
                </a:solidFill>
                <a:latin typeface="Arial"/>
                <a:ea typeface="Arial"/>
              </a:rPr>
              <a:t>Body Level Two</a:t>
            </a:r>
            <a:endParaRPr lang="en-US" sz="2800" b="0" strike="noStrike" spc="-1">
              <a:solidFill>
                <a:srgbClr val="585858"/>
              </a:solidFill>
              <a:latin typeface="Arial"/>
            </a:endParaRPr>
          </a:p>
          <a:p>
            <a:pPr marL="228600" indent="114480" algn="ctr" defTabSz="914400">
              <a:lnSpc>
                <a:spcPct val="100000"/>
              </a:lnSpc>
              <a:buNone/>
              <a:tabLst>
                <a:tab pos="0" algn="l"/>
              </a:tabLst>
            </a:pPr>
            <a:r>
              <a:rPr lang="en-US" sz="2800" b="0" strike="noStrike" spc="-1">
                <a:solidFill>
                  <a:srgbClr val="585858"/>
                </a:solidFill>
                <a:latin typeface="Arial"/>
                <a:ea typeface="Arial"/>
              </a:rPr>
              <a:t>Body Level Three</a:t>
            </a:r>
            <a:endParaRPr lang="en-US" sz="2800" b="0" strike="noStrike" spc="-1">
              <a:solidFill>
                <a:srgbClr val="585858"/>
              </a:solidFill>
              <a:latin typeface="Arial"/>
            </a:endParaRPr>
          </a:p>
          <a:p>
            <a:pPr marL="228600" indent="114480" algn="ctr" defTabSz="914400">
              <a:lnSpc>
                <a:spcPct val="100000"/>
              </a:lnSpc>
              <a:buNone/>
              <a:tabLst>
                <a:tab pos="0" algn="l"/>
              </a:tabLst>
            </a:pPr>
            <a:r>
              <a:rPr lang="en-US" sz="2800" b="0" strike="noStrike" spc="-1">
                <a:solidFill>
                  <a:srgbClr val="585858"/>
                </a:solidFill>
                <a:latin typeface="Arial"/>
                <a:ea typeface="Arial"/>
              </a:rPr>
              <a:t>Body Level Four</a:t>
            </a:r>
            <a:endParaRPr lang="en-US" sz="2800" b="0" strike="noStrike" spc="-1">
              <a:solidFill>
                <a:srgbClr val="585858"/>
              </a:solidFill>
              <a:latin typeface="Arial"/>
            </a:endParaRPr>
          </a:p>
          <a:p>
            <a:pPr marL="228600" indent="114480" algn="ctr" defTabSz="914400">
              <a:lnSpc>
                <a:spcPct val="100000"/>
              </a:lnSpc>
              <a:buNone/>
              <a:tabLst>
                <a:tab pos="0" algn="l"/>
              </a:tabLst>
            </a:pPr>
            <a:r>
              <a:rPr lang="en-US" sz="2800" b="0" strike="noStrike" spc="-1">
                <a:solidFill>
                  <a:srgbClr val="585858"/>
                </a:solidFill>
                <a:latin typeface="Arial"/>
                <a:ea typeface="Arial"/>
              </a:rPr>
              <a:t>Body Level Five</a:t>
            </a:r>
            <a:endParaRPr lang="en-US" sz="2800" b="0" strike="noStrike" spc="-1">
              <a:solidFill>
                <a:srgbClr val="585858"/>
              </a:solidFill>
              <a:latin typeface="Arial"/>
            </a:endParaRPr>
          </a:p>
        </p:txBody>
      </p:sp>
      <p:sp>
        <p:nvSpPr>
          <p:cNvPr id="2" name="PlaceHolder 3"/>
          <p:cNvSpPr>
            <a:spLocks noGrp="1"/>
          </p:cNvSpPr>
          <p:nvPr>
            <p:ph type="sldNum" idx="1"/>
          </p:nvPr>
        </p:nvSpPr>
        <p:spPr>
          <a:xfrm>
            <a:off x="8684280" y="4700880"/>
            <a:ext cx="336600" cy="31788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AD172392-4BB1-4EB4-A13C-34DBAB4EA3EA}"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311760" y="1106280"/>
            <a:ext cx="8520120" cy="1963080"/>
          </a:xfrm>
          <a:prstGeom prst="rect">
            <a:avLst/>
          </a:prstGeom>
          <a:noFill/>
          <a:ln w="12600">
            <a:noFill/>
          </a:ln>
        </p:spPr>
        <p:txBody>
          <a:bodyPr lIns="91440" tIns="91440" rIns="91440" bIns="91440" anchor="b">
            <a:noAutofit/>
          </a:bodyPr>
          <a:lstStyle/>
          <a:p>
            <a:pPr indent="0" algn="ctr" defTabSz="914400">
              <a:lnSpc>
                <a:spcPct val="100000"/>
              </a:lnSpc>
              <a:buNone/>
              <a:tabLst>
                <a:tab pos="0" algn="l"/>
              </a:tabLst>
            </a:pPr>
            <a:r>
              <a:rPr lang="en-US" sz="12000" b="0" strike="noStrike" spc="-1">
                <a:solidFill>
                  <a:srgbClr val="000000"/>
                </a:solidFill>
                <a:latin typeface="Arial"/>
                <a:ea typeface="Arial"/>
              </a:rPr>
              <a:t>xx%</a:t>
            </a:r>
            <a:endParaRPr lang="en-US" sz="12000" b="0" strike="noStrike" spc="-1">
              <a:solidFill>
                <a:srgbClr val="000000"/>
              </a:solidFill>
              <a:latin typeface="Arial"/>
            </a:endParaRPr>
          </a:p>
        </p:txBody>
      </p:sp>
      <p:sp>
        <p:nvSpPr>
          <p:cNvPr id="6" name="PlaceHolder 2"/>
          <p:cNvSpPr>
            <a:spLocks noGrp="1"/>
          </p:cNvSpPr>
          <p:nvPr>
            <p:ph type="body"/>
          </p:nvPr>
        </p:nvSpPr>
        <p:spPr>
          <a:xfrm>
            <a:off x="311760" y="3152160"/>
            <a:ext cx="8520120" cy="1300320"/>
          </a:xfrm>
          <a:prstGeom prst="rect">
            <a:avLst/>
          </a:prstGeom>
          <a:noFill/>
          <a:ln w="12600">
            <a:noFill/>
          </a:ln>
        </p:spPr>
        <p:txBody>
          <a:bodyPr lIns="91440" tIns="91440" rIns="91440" bIns="91440" anchor="t">
            <a:noAutofit/>
          </a:bodyPr>
          <a:lstStyle/>
          <a:p>
            <a:pPr marL="457200" indent="-343080" algn="ctr" defTabSz="914400">
              <a:lnSpc>
                <a:spcPct val="115000"/>
              </a:lnSpc>
              <a:buClr>
                <a:srgbClr val="585858"/>
              </a:buClr>
              <a:buFont typeface="Arial"/>
              <a:buChar char="●"/>
            </a:pPr>
            <a:r>
              <a:rPr lang="en-US" sz="1800" b="0" strike="noStrike" spc="-1">
                <a:solidFill>
                  <a:srgbClr val="585858"/>
                </a:solidFill>
                <a:latin typeface="Arial"/>
                <a:ea typeface="Arial"/>
              </a:rPr>
              <a:t>Body Level One</a:t>
            </a:r>
            <a:endParaRPr lang="en-US" sz="1800" b="0" strike="noStrike" spc="-1">
              <a:solidFill>
                <a:srgbClr val="585858"/>
              </a:solidFill>
              <a:latin typeface="Arial"/>
            </a:endParaRPr>
          </a:p>
          <a:p>
            <a:pPr marL="1005120" lvl="1" indent="-408240" algn="ctr" defTabSz="914400">
              <a:lnSpc>
                <a:spcPct val="115000"/>
              </a:lnSpc>
              <a:buClr>
                <a:srgbClr val="585858"/>
              </a:buClr>
              <a:buFont typeface="Arial"/>
              <a:buChar char="○"/>
            </a:pPr>
            <a:r>
              <a:rPr lang="en-US" sz="1800" b="0" strike="noStrike" spc="-1">
                <a:solidFill>
                  <a:srgbClr val="585858"/>
                </a:solidFill>
                <a:latin typeface="Arial"/>
                <a:ea typeface="Arial"/>
              </a:rPr>
              <a:t>Body Level Two</a:t>
            </a:r>
            <a:endParaRPr lang="en-US" sz="1800" b="0" strike="noStrike" spc="-1">
              <a:solidFill>
                <a:srgbClr val="585858"/>
              </a:solidFill>
              <a:latin typeface="Arial"/>
            </a:endParaRPr>
          </a:p>
          <a:p>
            <a:pPr marL="1462320" lvl="2" indent="-408240" algn="ctr" defTabSz="914400">
              <a:lnSpc>
                <a:spcPct val="115000"/>
              </a:lnSpc>
              <a:buClr>
                <a:srgbClr val="585858"/>
              </a:buClr>
              <a:buFont typeface="Arial"/>
              <a:buChar char="■"/>
            </a:pPr>
            <a:r>
              <a:rPr lang="en-US" sz="1800" b="0" strike="noStrike" spc="-1">
                <a:solidFill>
                  <a:srgbClr val="585858"/>
                </a:solidFill>
                <a:latin typeface="Arial"/>
                <a:ea typeface="Arial"/>
              </a:rPr>
              <a:t>Body Level Three</a:t>
            </a:r>
            <a:endParaRPr lang="en-US" sz="1800" b="0" strike="noStrike" spc="-1">
              <a:solidFill>
                <a:srgbClr val="585858"/>
              </a:solidFill>
              <a:latin typeface="Arial"/>
            </a:endParaRPr>
          </a:p>
          <a:p>
            <a:pPr marL="1919520" lvl="3" indent="-408240" algn="ctr" defTabSz="914400">
              <a:lnSpc>
                <a:spcPct val="115000"/>
              </a:lnSpc>
              <a:buClr>
                <a:srgbClr val="585858"/>
              </a:buClr>
              <a:buFont typeface="Arial"/>
              <a:buChar char="●"/>
            </a:pPr>
            <a:r>
              <a:rPr lang="en-US" sz="1800" b="0" strike="noStrike" spc="-1">
                <a:solidFill>
                  <a:srgbClr val="585858"/>
                </a:solidFill>
                <a:latin typeface="Arial"/>
                <a:ea typeface="Arial"/>
              </a:rPr>
              <a:t>Body Level Four</a:t>
            </a:r>
            <a:endParaRPr lang="en-US" sz="1800" b="0" strike="noStrike" spc="-1">
              <a:solidFill>
                <a:srgbClr val="585858"/>
              </a:solidFill>
              <a:latin typeface="Arial"/>
            </a:endParaRPr>
          </a:p>
          <a:p>
            <a:pPr marL="2376720" lvl="4" indent="-408240" algn="ctr" defTabSz="914400">
              <a:lnSpc>
                <a:spcPct val="115000"/>
              </a:lnSpc>
              <a:buClr>
                <a:srgbClr val="585858"/>
              </a:buClr>
              <a:buFont typeface="Arial"/>
              <a:buChar char="○"/>
            </a:pPr>
            <a:r>
              <a:rPr lang="en-US" sz="1800" b="0" strike="noStrike" spc="-1">
                <a:solidFill>
                  <a:srgbClr val="585858"/>
                </a:solidFill>
                <a:latin typeface="Arial"/>
                <a:ea typeface="Arial"/>
              </a:rPr>
              <a:t>Body Level Five</a:t>
            </a:r>
            <a:endParaRPr lang="en-US" sz="1800" b="0" strike="noStrike" spc="-1">
              <a:solidFill>
                <a:srgbClr val="585858"/>
              </a:solidFill>
              <a:latin typeface="Arial"/>
            </a:endParaRPr>
          </a:p>
        </p:txBody>
      </p:sp>
      <p:sp>
        <p:nvSpPr>
          <p:cNvPr id="7" name="PlaceHolder 3"/>
          <p:cNvSpPr>
            <a:spLocks noGrp="1"/>
          </p:cNvSpPr>
          <p:nvPr>
            <p:ph type="sldNum" idx="2"/>
          </p:nvPr>
        </p:nvSpPr>
        <p:spPr>
          <a:xfrm>
            <a:off x="8684280" y="4700880"/>
            <a:ext cx="336600" cy="31788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65E1C6B3-9D59-47C1-8183-508754D750BB}"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sldNum" idx="3"/>
          </p:nvPr>
        </p:nvSpPr>
        <p:spPr>
          <a:xfrm>
            <a:off x="8684280" y="4700880"/>
            <a:ext cx="336600" cy="31788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AC986AB0-BE78-4848-891C-973F70DB8439}"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311760" y="744480"/>
            <a:ext cx="8520120" cy="2052360"/>
          </a:xfrm>
          <a:prstGeom prst="rect">
            <a:avLst/>
          </a:prstGeom>
          <a:noFill/>
          <a:ln w="12600">
            <a:noFill/>
          </a:ln>
        </p:spPr>
        <p:txBody>
          <a:bodyPr lIns="91440" tIns="91440" rIns="91440" bIns="91440" anchor="b">
            <a:noAutofit/>
          </a:bodyPr>
          <a:lstStyle/>
          <a:p>
            <a:pPr indent="0" algn="ctr" defTabSz="914400">
              <a:lnSpc>
                <a:spcPct val="100000"/>
              </a:lnSpc>
              <a:buNone/>
              <a:tabLst>
                <a:tab pos="0" algn="l"/>
              </a:tabLst>
            </a:pPr>
            <a:r>
              <a:rPr lang="en-US" sz="5200" b="0" strike="noStrike" spc="-1">
                <a:solidFill>
                  <a:srgbClr val="000000"/>
                </a:solidFill>
                <a:latin typeface="Arial"/>
                <a:ea typeface="Arial"/>
              </a:rPr>
              <a:t>Title Text</a:t>
            </a:r>
            <a:endParaRPr lang="en-US" sz="5200" b="0" strike="noStrike" spc="-1">
              <a:solidFill>
                <a:srgbClr val="000000"/>
              </a:solidFill>
              <a:latin typeface="Arial"/>
            </a:endParaRPr>
          </a:p>
        </p:txBody>
      </p:sp>
      <p:sp>
        <p:nvSpPr>
          <p:cNvPr id="14" name="PlaceHolder 2"/>
          <p:cNvSpPr>
            <a:spLocks noGrp="1"/>
          </p:cNvSpPr>
          <p:nvPr>
            <p:ph type="body"/>
          </p:nvPr>
        </p:nvSpPr>
        <p:spPr>
          <a:xfrm>
            <a:off x="311760" y="2834280"/>
            <a:ext cx="8520120" cy="792360"/>
          </a:xfrm>
          <a:prstGeom prst="rect">
            <a:avLst/>
          </a:prstGeom>
          <a:noFill/>
          <a:ln w="12600">
            <a:noFill/>
          </a:ln>
        </p:spPr>
        <p:txBody>
          <a:bodyPr lIns="91440" tIns="91440" rIns="91440" bIns="91440" anchor="t">
            <a:noAutofit/>
          </a:bodyPr>
          <a:lstStyle/>
          <a:p>
            <a:pPr marL="228600" indent="-114480" algn="ctr" defTabSz="914400">
              <a:lnSpc>
                <a:spcPct val="100000"/>
              </a:lnSpc>
              <a:buNone/>
              <a:tabLst>
                <a:tab pos="0" algn="l"/>
              </a:tabLst>
            </a:pPr>
            <a:r>
              <a:rPr lang="en-US" sz="2800" b="0" strike="noStrike" spc="-1">
                <a:solidFill>
                  <a:srgbClr val="585858"/>
                </a:solidFill>
                <a:latin typeface="Arial"/>
                <a:ea typeface="Arial"/>
              </a:rPr>
              <a:t>Body Level One</a:t>
            </a:r>
            <a:endParaRPr lang="en-US" sz="2800" b="0" strike="noStrike" spc="-1">
              <a:solidFill>
                <a:srgbClr val="585858"/>
              </a:solidFill>
              <a:latin typeface="Arial"/>
            </a:endParaRPr>
          </a:p>
          <a:p>
            <a:pPr marL="228600" indent="114480" algn="ctr" defTabSz="914400">
              <a:lnSpc>
                <a:spcPct val="100000"/>
              </a:lnSpc>
              <a:buNone/>
              <a:tabLst>
                <a:tab pos="0" algn="l"/>
              </a:tabLst>
            </a:pPr>
            <a:r>
              <a:rPr lang="en-US" sz="2800" b="0" strike="noStrike" spc="-1">
                <a:solidFill>
                  <a:srgbClr val="585858"/>
                </a:solidFill>
                <a:latin typeface="Arial"/>
                <a:ea typeface="Arial"/>
              </a:rPr>
              <a:t>Body Level Two</a:t>
            </a:r>
            <a:endParaRPr lang="en-US" sz="2800" b="0" strike="noStrike" spc="-1">
              <a:solidFill>
                <a:srgbClr val="585858"/>
              </a:solidFill>
              <a:latin typeface="Arial"/>
            </a:endParaRPr>
          </a:p>
          <a:p>
            <a:pPr marL="228600" indent="114480" algn="ctr" defTabSz="914400">
              <a:lnSpc>
                <a:spcPct val="100000"/>
              </a:lnSpc>
              <a:buNone/>
              <a:tabLst>
                <a:tab pos="0" algn="l"/>
              </a:tabLst>
            </a:pPr>
            <a:r>
              <a:rPr lang="en-US" sz="2800" b="0" strike="noStrike" spc="-1">
                <a:solidFill>
                  <a:srgbClr val="585858"/>
                </a:solidFill>
                <a:latin typeface="Arial"/>
                <a:ea typeface="Arial"/>
              </a:rPr>
              <a:t>Body Level Three</a:t>
            </a:r>
            <a:endParaRPr lang="en-US" sz="2800" b="0" strike="noStrike" spc="-1">
              <a:solidFill>
                <a:srgbClr val="585858"/>
              </a:solidFill>
              <a:latin typeface="Arial"/>
            </a:endParaRPr>
          </a:p>
          <a:p>
            <a:pPr marL="228600" indent="114480" algn="ctr" defTabSz="914400">
              <a:lnSpc>
                <a:spcPct val="100000"/>
              </a:lnSpc>
              <a:buNone/>
              <a:tabLst>
                <a:tab pos="0" algn="l"/>
              </a:tabLst>
            </a:pPr>
            <a:r>
              <a:rPr lang="en-US" sz="2800" b="0" strike="noStrike" spc="-1">
                <a:solidFill>
                  <a:srgbClr val="585858"/>
                </a:solidFill>
                <a:latin typeface="Arial"/>
                <a:ea typeface="Arial"/>
              </a:rPr>
              <a:t>Body Level Four</a:t>
            </a:r>
            <a:endParaRPr lang="en-US" sz="2800" b="0" strike="noStrike" spc="-1">
              <a:solidFill>
                <a:srgbClr val="585858"/>
              </a:solidFill>
              <a:latin typeface="Arial"/>
            </a:endParaRPr>
          </a:p>
          <a:p>
            <a:pPr marL="228600" indent="114480" algn="ctr" defTabSz="914400">
              <a:lnSpc>
                <a:spcPct val="100000"/>
              </a:lnSpc>
              <a:buNone/>
              <a:tabLst>
                <a:tab pos="0" algn="l"/>
              </a:tabLst>
            </a:pPr>
            <a:r>
              <a:rPr lang="en-US" sz="2800" b="0" strike="noStrike" spc="-1">
                <a:solidFill>
                  <a:srgbClr val="585858"/>
                </a:solidFill>
                <a:latin typeface="Arial"/>
                <a:ea typeface="Arial"/>
              </a:rPr>
              <a:t>Body Level Five</a:t>
            </a:r>
            <a:endParaRPr lang="en-US" sz="2800" b="0" strike="noStrike" spc="-1">
              <a:solidFill>
                <a:srgbClr val="585858"/>
              </a:solidFill>
              <a:latin typeface="Arial"/>
            </a:endParaRPr>
          </a:p>
        </p:txBody>
      </p:sp>
      <p:sp>
        <p:nvSpPr>
          <p:cNvPr id="15" name="PlaceHolder 3"/>
          <p:cNvSpPr>
            <a:spLocks noGrp="1"/>
          </p:cNvSpPr>
          <p:nvPr>
            <p:ph type="sldNum" idx="4"/>
          </p:nvPr>
        </p:nvSpPr>
        <p:spPr>
          <a:xfrm>
            <a:off x="8684280" y="3276720"/>
            <a:ext cx="336600" cy="316620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379667BA-9488-4BE5-984A-9A3CF4FCA6D3}"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914400">
              <a:lnSpc>
                <a:spcPct val="100000"/>
              </a:lnSpc>
              <a:buNone/>
              <a:tabLst>
                <a:tab pos="0" algn="l"/>
              </a:tabLst>
            </a:pPr>
            <a:r>
              <a:rPr lang="en-US" sz="2800" b="0" strike="noStrike" spc="-1">
                <a:solidFill>
                  <a:srgbClr val="000000"/>
                </a:solidFill>
                <a:latin typeface="Arial"/>
                <a:ea typeface="Arial"/>
              </a:rPr>
              <a:t>Title Text</a:t>
            </a:r>
            <a:endParaRPr lang="en-US" sz="2800" b="0" strike="noStrike" spc="-1">
              <a:solidFill>
                <a:srgbClr val="000000"/>
              </a:solidFill>
              <a:latin typeface="Arial"/>
            </a:endParaRPr>
          </a:p>
        </p:txBody>
      </p:sp>
      <p:sp>
        <p:nvSpPr>
          <p:cNvPr id="19" name="PlaceHolder 2"/>
          <p:cNvSpPr>
            <a:spLocks noGrp="1"/>
          </p:cNvSpPr>
          <p:nvPr>
            <p:ph type="body"/>
          </p:nvPr>
        </p:nvSpPr>
        <p:spPr>
          <a:xfrm>
            <a:off x="311760" y="1152360"/>
            <a:ext cx="3999600" cy="3416040"/>
          </a:xfrm>
          <a:prstGeom prst="rect">
            <a:avLst/>
          </a:prstGeom>
          <a:noFill/>
          <a:ln w="12600">
            <a:noFill/>
          </a:ln>
        </p:spPr>
        <p:txBody>
          <a:bodyPr lIns="91440" tIns="91440" rIns="91440" bIns="91440" anchor="t">
            <a:noAutofit/>
          </a:bodyPr>
          <a:lstStyle/>
          <a:p>
            <a:pPr marL="457200" indent="-317520" defTabSz="914400">
              <a:lnSpc>
                <a:spcPct val="115000"/>
              </a:lnSpc>
              <a:buClr>
                <a:srgbClr val="585858"/>
              </a:buClr>
              <a:buFont typeface="Arial"/>
              <a:buChar char="●"/>
            </a:pPr>
            <a:r>
              <a:rPr lang="en-US" sz="1400" b="0" strike="noStrike" spc="-1">
                <a:solidFill>
                  <a:srgbClr val="585858"/>
                </a:solidFill>
                <a:latin typeface="Arial"/>
                <a:ea typeface="Arial"/>
              </a:rPr>
              <a:t>Body Level One</a:t>
            </a:r>
            <a:endParaRPr lang="en-US" sz="1400" b="0" strike="noStrike" spc="-1">
              <a:solidFill>
                <a:srgbClr val="585858"/>
              </a:solidFill>
              <a:latin typeface="Arial"/>
            </a:endParaRPr>
          </a:p>
          <a:p>
            <a:pPr marL="965160" lvl="1" indent="-355680" defTabSz="914400">
              <a:lnSpc>
                <a:spcPct val="115000"/>
              </a:lnSpc>
              <a:buClr>
                <a:srgbClr val="585858"/>
              </a:buClr>
              <a:buFont typeface="Arial"/>
              <a:buChar char="○"/>
            </a:pPr>
            <a:r>
              <a:rPr lang="en-US" sz="1400" b="0" strike="noStrike" spc="-1">
                <a:solidFill>
                  <a:srgbClr val="585858"/>
                </a:solidFill>
                <a:latin typeface="Arial"/>
                <a:ea typeface="Arial"/>
              </a:rPr>
              <a:t>Body Level Two</a:t>
            </a:r>
            <a:endParaRPr lang="en-US" sz="1400" b="0" strike="noStrike" spc="-1">
              <a:solidFill>
                <a:srgbClr val="585858"/>
              </a:solidFill>
              <a:latin typeface="Arial"/>
            </a:endParaRPr>
          </a:p>
          <a:p>
            <a:pPr marL="1422360" lvl="2" indent="-355680" defTabSz="914400">
              <a:lnSpc>
                <a:spcPct val="115000"/>
              </a:lnSpc>
              <a:buClr>
                <a:srgbClr val="585858"/>
              </a:buClr>
              <a:buFont typeface="Arial"/>
              <a:buChar char="■"/>
            </a:pPr>
            <a:r>
              <a:rPr lang="en-US" sz="1400" b="0" strike="noStrike" spc="-1">
                <a:solidFill>
                  <a:srgbClr val="585858"/>
                </a:solidFill>
                <a:latin typeface="Arial"/>
                <a:ea typeface="Arial"/>
              </a:rPr>
              <a:t>Body Level Three</a:t>
            </a:r>
            <a:endParaRPr lang="en-US" sz="1400" b="0" strike="noStrike" spc="-1">
              <a:solidFill>
                <a:srgbClr val="585858"/>
              </a:solidFill>
              <a:latin typeface="Arial"/>
            </a:endParaRPr>
          </a:p>
          <a:p>
            <a:pPr marL="1879560" lvl="3" indent="-355680" defTabSz="914400">
              <a:lnSpc>
                <a:spcPct val="115000"/>
              </a:lnSpc>
              <a:buClr>
                <a:srgbClr val="585858"/>
              </a:buClr>
              <a:buFont typeface="Arial"/>
              <a:buChar char="●"/>
            </a:pPr>
            <a:r>
              <a:rPr lang="en-US" sz="1400" b="0" strike="noStrike" spc="-1">
                <a:solidFill>
                  <a:srgbClr val="585858"/>
                </a:solidFill>
                <a:latin typeface="Arial"/>
                <a:ea typeface="Arial"/>
              </a:rPr>
              <a:t>Body Level Four</a:t>
            </a:r>
            <a:endParaRPr lang="en-US" sz="1400" b="0" strike="noStrike" spc="-1">
              <a:solidFill>
                <a:srgbClr val="585858"/>
              </a:solidFill>
              <a:latin typeface="Arial"/>
            </a:endParaRPr>
          </a:p>
          <a:p>
            <a:pPr marL="2336760" lvl="4" indent="-355680" defTabSz="914400">
              <a:lnSpc>
                <a:spcPct val="115000"/>
              </a:lnSpc>
              <a:buClr>
                <a:srgbClr val="585858"/>
              </a:buClr>
              <a:buFont typeface="Arial"/>
              <a:buChar char="○"/>
            </a:pPr>
            <a:r>
              <a:rPr lang="en-US" sz="1400" b="0" strike="noStrike" spc="-1">
                <a:solidFill>
                  <a:srgbClr val="585858"/>
                </a:solidFill>
                <a:latin typeface="Arial"/>
                <a:ea typeface="Arial"/>
              </a:rPr>
              <a:t>Body Level Five</a:t>
            </a:r>
            <a:endParaRPr lang="en-US" sz="1400" b="0" strike="noStrike" spc="-1">
              <a:solidFill>
                <a:srgbClr val="585858"/>
              </a:solidFill>
              <a:latin typeface="Arial"/>
            </a:endParaRPr>
          </a:p>
        </p:txBody>
      </p:sp>
      <p:sp>
        <p:nvSpPr>
          <p:cNvPr id="20" name="PlaceHolder 3"/>
          <p:cNvSpPr>
            <a:spLocks noGrp="1"/>
          </p:cNvSpPr>
          <p:nvPr>
            <p:ph type="body"/>
          </p:nvPr>
        </p:nvSpPr>
        <p:spPr>
          <a:xfrm>
            <a:off x="4832280" y="1152360"/>
            <a:ext cx="3999600" cy="3416040"/>
          </a:xfrm>
          <a:prstGeom prst="rect">
            <a:avLst/>
          </a:prstGeom>
          <a:noFill/>
          <a:ln w="12600">
            <a:noFill/>
          </a:ln>
        </p:spPr>
        <p:txBody>
          <a:bodyPr lIns="91440" tIns="91440" rIns="91440" bIns="91440" anchor="t">
            <a:noAutofit/>
          </a:bodyPr>
          <a:lstStyle/>
          <a:p>
            <a:pPr marL="432000" indent="-324000">
              <a:lnSpc>
                <a:spcPct val="115000"/>
              </a:lnSpc>
              <a:spcBef>
                <a:spcPts val="1417"/>
              </a:spcBef>
              <a:buClr>
                <a:srgbClr val="000000"/>
              </a:buClr>
              <a:buSzPct val="45000"/>
              <a:buFont typeface="Wingdings" charset="2"/>
              <a:buChar char=""/>
            </a:pPr>
            <a:r>
              <a:rPr lang="en-US" sz="1800" b="0" strike="noStrike" spc="-1">
                <a:solidFill>
                  <a:srgbClr val="585858"/>
                </a:solidFill>
                <a:latin typeface="Arial"/>
              </a:rPr>
              <a:t>Click to edit the outline text format</a:t>
            </a:r>
          </a:p>
          <a:p>
            <a:pPr marL="864000" lvl="1" indent="-324000">
              <a:lnSpc>
                <a:spcPct val="115000"/>
              </a:lnSpc>
              <a:spcBef>
                <a:spcPts val="1134"/>
              </a:spcBef>
              <a:buClr>
                <a:srgbClr val="000000"/>
              </a:buClr>
              <a:buSzPct val="75000"/>
              <a:buFont typeface="Symbol" charset="2"/>
              <a:buChar char=""/>
            </a:pPr>
            <a:r>
              <a:rPr lang="en-US" sz="1800" b="0" strike="noStrike" spc="-1">
                <a:solidFill>
                  <a:srgbClr val="585858"/>
                </a:solidFill>
                <a:latin typeface="Arial"/>
              </a:rPr>
              <a:t>Second Outline Level</a:t>
            </a:r>
          </a:p>
          <a:p>
            <a:pPr marL="1296000" lvl="2" indent="-288000">
              <a:lnSpc>
                <a:spcPct val="115000"/>
              </a:lnSpc>
              <a:spcBef>
                <a:spcPts val="850"/>
              </a:spcBef>
              <a:buClr>
                <a:srgbClr val="000000"/>
              </a:buClr>
              <a:buSzPct val="45000"/>
              <a:buFont typeface="Wingdings" charset="2"/>
              <a:buChar char=""/>
            </a:pPr>
            <a:r>
              <a:rPr lang="en-US" sz="1800" b="0" strike="noStrike" spc="-1">
                <a:solidFill>
                  <a:srgbClr val="585858"/>
                </a:solidFill>
                <a:latin typeface="Arial"/>
              </a:rPr>
              <a:t>Third Outline Level</a:t>
            </a:r>
          </a:p>
          <a:p>
            <a:pPr marL="1728000" lvl="3" indent="-216000">
              <a:lnSpc>
                <a:spcPct val="115000"/>
              </a:lnSpc>
              <a:spcBef>
                <a:spcPts val="567"/>
              </a:spcBef>
              <a:buClr>
                <a:srgbClr val="000000"/>
              </a:buClr>
              <a:buSzPct val="75000"/>
              <a:buFont typeface="Symbol" charset="2"/>
              <a:buChar char=""/>
            </a:pPr>
            <a:r>
              <a:rPr lang="en-US" sz="1800" b="0" strike="noStrike" spc="-1">
                <a:solidFill>
                  <a:srgbClr val="585858"/>
                </a:solidFill>
                <a:latin typeface="Arial"/>
              </a:rPr>
              <a:t>Fourth Outline Level</a:t>
            </a:r>
          </a:p>
          <a:p>
            <a:pPr marL="2160000" lvl="4"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Fifth Outline Level</a:t>
            </a:r>
          </a:p>
          <a:p>
            <a:pPr marL="2592000" lvl="5"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Sixth Outline Level</a:t>
            </a:r>
          </a:p>
          <a:p>
            <a:pPr marL="3024000" lvl="6"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Seventh Outline Level</a:t>
            </a:r>
          </a:p>
        </p:txBody>
      </p:sp>
      <p:sp>
        <p:nvSpPr>
          <p:cNvPr id="21" name="PlaceHolder 4"/>
          <p:cNvSpPr>
            <a:spLocks noGrp="1"/>
          </p:cNvSpPr>
          <p:nvPr>
            <p:ph type="sldNum" idx="5"/>
          </p:nvPr>
        </p:nvSpPr>
        <p:spPr>
          <a:xfrm>
            <a:off x="8684280" y="3276720"/>
            <a:ext cx="336600" cy="316620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2E49B1AF-5AD8-4825-B2DB-465E3AC841C0}"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914400">
              <a:lnSpc>
                <a:spcPct val="100000"/>
              </a:lnSpc>
              <a:buNone/>
              <a:tabLst>
                <a:tab pos="0" algn="l"/>
              </a:tabLst>
            </a:pPr>
            <a:r>
              <a:rPr lang="en-US" sz="2800" b="0" strike="noStrike" spc="-1">
                <a:solidFill>
                  <a:srgbClr val="000000"/>
                </a:solidFill>
                <a:latin typeface="Arial"/>
                <a:ea typeface="Arial"/>
              </a:rPr>
              <a:t>Title Text</a:t>
            </a:r>
            <a:endParaRPr lang="en-US" sz="2800" b="0" strike="noStrike" spc="-1">
              <a:solidFill>
                <a:srgbClr val="000000"/>
              </a:solidFill>
              <a:latin typeface="Arial"/>
            </a:endParaRPr>
          </a:p>
        </p:txBody>
      </p:sp>
      <p:sp>
        <p:nvSpPr>
          <p:cNvPr id="25" name="PlaceHolder 2"/>
          <p:cNvSpPr>
            <a:spLocks noGrp="1"/>
          </p:cNvSpPr>
          <p:nvPr>
            <p:ph type="body"/>
          </p:nvPr>
        </p:nvSpPr>
        <p:spPr>
          <a:xfrm>
            <a:off x="311760" y="1152360"/>
            <a:ext cx="8520120" cy="3416040"/>
          </a:xfrm>
          <a:prstGeom prst="rect">
            <a:avLst/>
          </a:prstGeom>
          <a:noFill/>
          <a:ln w="12600">
            <a:noFill/>
          </a:ln>
        </p:spPr>
        <p:txBody>
          <a:bodyPr lIns="91440" tIns="91440" rIns="91440" bIns="91440" anchor="t">
            <a:noAutofit/>
          </a:bodyPr>
          <a:lstStyle/>
          <a:p>
            <a:pPr marL="457200" indent="-343080" defTabSz="914400">
              <a:lnSpc>
                <a:spcPct val="115000"/>
              </a:lnSpc>
              <a:buClr>
                <a:srgbClr val="585858"/>
              </a:buClr>
              <a:buFont typeface="Arial"/>
              <a:buChar char="●"/>
            </a:pPr>
            <a:r>
              <a:rPr lang="en-US" sz="1800" b="0" strike="noStrike" spc="-1">
                <a:solidFill>
                  <a:srgbClr val="585858"/>
                </a:solidFill>
                <a:latin typeface="Arial"/>
                <a:ea typeface="Arial"/>
              </a:rPr>
              <a:t>Body Level One</a:t>
            </a:r>
            <a:endParaRPr lang="en-US" sz="1800" b="0" strike="noStrike" spc="-1">
              <a:solidFill>
                <a:srgbClr val="585858"/>
              </a:solidFill>
              <a:latin typeface="Arial"/>
            </a:endParaRPr>
          </a:p>
          <a:p>
            <a:pPr marL="1005120" lvl="1" indent="-408240" defTabSz="914400">
              <a:lnSpc>
                <a:spcPct val="115000"/>
              </a:lnSpc>
              <a:buClr>
                <a:srgbClr val="585858"/>
              </a:buClr>
              <a:buFont typeface="Arial"/>
              <a:buChar char="○"/>
            </a:pPr>
            <a:r>
              <a:rPr lang="en-US" sz="1800" b="0" strike="noStrike" spc="-1">
                <a:solidFill>
                  <a:srgbClr val="585858"/>
                </a:solidFill>
                <a:latin typeface="Arial"/>
                <a:ea typeface="Arial"/>
              </a:rPr>
              <a:t>Body Level Two</a:t>
            </a:r>
            <a:endParaRPr lang="en-US" sz="1800" b="0" strike="noStrike" spc="-1">
              <a:solidFill>
                <a:srgbClr val="585858"/>
              </a:solidFill>
              <a:latin typeface="Arial"/>
            </a:endParaRPr>
          </a:p>
          <a:p>
            <a:pPr marL="1462320" lvl="2" indent="-408240" defTabSz="914400">
              <a:lnSpc>
                <a:spcPct val="115000"/>
              </a:lnSpc>
              <a:buClr>
                <a:srgbClr val="585858"/>
              </a:buClr>
              <a:buFont typeface="Arial"/>
              <a:buChar char="■"/>
            </a:pPr>
            <a:r>
              <a:rPr lang="en-US" sz="1800" b="0" strike="noStrike" spc="-1">
                <a:solidFill>
                  <a:srgbClr val="585858"/>
                </a:solidFill>
                <a:latin typeface="Arial"/>
                <a:ea typeface="Arial"/>
              </a:rPr>
              <a:t>Body Level Three</a:t>
            </a:r>
            <a:endParaRPr lang="en-US" sz="1800" b="0" strike="noStrike" spc="-1">
              <a:solidFill>
                <a:srgbClr val="585858"/>
              </a:solidFill>
              <a:latin typeface="Arial"/>
            </a:endParaRPr>
          </a:p>
          <a:p>
            <a:pPr marL="1919520" lvl="3" indent="-408240" defTabSz="914400">
              <a:lnSpc>
                <a:spcPct val="115000"/>
              </a:lnSpc>
              <a:buClr>
                <a:srgbClr val="585858"/>
              </a:buClr>
              <a:buFont typeface="Arial"/>
              <a:buChar char="●"/>
            </a:pPr>
            <a:r>
              <a:rPr lang="en-US" sz="1800" b="0" strike="noStrike" spc="-1">
                <a:solidFill>
                  <a:srgbClr val="585858"/>
                </a:solidFill>
                <a:latin typeface="Arial"/>
                <a:ea typeface="Arial"/>
              </a:rPr>
              <a:t>Body Level Four</a:t>
            </a:r>
            <a:endParaRPr lang="en-US" sz="1800" b="0" strike="noStrike" spc="-1">
              <a:solidFill>
                <a:srgbClr val="585858"/>
              </a:solidFill>
              <a:latin typeface="Arial"/>
            </a:endParaRPr>
          </a:p>
          <a:p>
            <a:pPr marL="2376720" lvl="4" indent="-408240" defTabSz="914400">
              <a:lnSpc>
                <a:spcPct val="115000"/>
              </a:lnSpc>
              <a:buClr>
                <a:srgbClr val="585858"/>
              </a:buClr>
              <a:buFont typeface="Arial"/>
              <a:buChar char="○"/>
            </a:pPr>
            <a:r>
              <a:rPr lang="en-US" sz="1800" b="0" strike="noStrike" spc="-1">
                <a:solidFill>
                  <a:srgbClr val="585858"/>
                </a:solidFill>
                <a:latin typeface="Arial"/>
                <a:ea typeface="Arial"/>
              </a:rPr>
              <a:t>Body Level Five</a:t>
            </a:r>
            <a:endParaRPr lang="en-US" sz="1800" b="0" strike="noStrike" spc="-1">
              <a:solidFill>
                <a:srgbClr val="585858"/>
              </a:solidFill>
              <a:latin typeface="Arial"/>
            </a:endParaRPr>
          </a:p>
        </p:txBody>
      </p:sp>
      <p:sp>
        <p:nvSpPr>
          <p:cNvPr id="26" name="PlaceHolder 3"/>
          <p:cNvSpPr>
            <a:spLocks noGrp="1"/>
          </p:cNvSpPr>
          <p:nvPr>
            <p:ph type="sldNum" idx="6"/>
          </p:nvPr>
        </p:nvSpPr>
        <p:spPr>
          <a:xfrm>
            <a:off x="8684280" y="3276720"/>
            <a:ext cx="336600" cy="316620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30CD1CBE-43C1-4C57-B82E-D09D621C1F42}"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311760" y="2151000"/>
            <a:ext cx="8520120" cy="841320"/>
          </a:xfrm>
          <a:prstGeom prst="rect">
            <a:avLst/>
          </a:prstGeom>
          <a:noFill/>
          <a:ln w="12600">
            <a:noFill/>
          </a:ln>
        </p:spPr>
        <p:txBody>
          <a:bodyPr lIns="91440" tIns="91440" rIns="91440" bIns="91440" anchor="ctr">
            <a:noAutofit/>
          </a:bodyPr>
          <a:lstStyle/>
          <a:p>
            <a:pPr indent="0" algn="ctr" defTabSz="914400">
              <a:lnSpc>
                <a:spcPct val="100000"/>
              </a:lnSpc>
              <a:buNone/>
              <a:tabLst>
                <a:tab pos="0" algn="l"/>
              </a:tabLst>
            </a:pPr>
            <a:r>
              <a:rPr lang="en-US" sz="3600" b="0" strike="noStrike" spc="-1">
                <a:solidFill>
                  <a:srgbClr val="000000"/>
                </a:solidFill>
                <a:latin typeface="Arial"/>
                <a:ea typeface="Arial"/>
              </a:rPr>
              <a:t>Title Text</a:t>
            </a:r>
            <a:endParaRPr lang="en-US" sz="3600" b="0" strike="noStrike" spc="-1">
              <a:solidFill>
                <a:srgbClr val="000000"/>
              </a:solidFill>
              <a:latin typeface="Arial"/>
            </a:endParaRPr>
          </a:p>
        </p:txBody>
      </p:sp>
      <p:sp>
        <p:nvSpPr>
          <p:cNvPr id="30" name="PlaceHolder 2"/>
          <p:cNvSpPr>
            <a:spLocks noGrp="1"/>
          </p:cNvSpPr>
          <p:nvPr>
            <p:ph type="sldNum" idx="7"/>
          </p:nvPr>
        </p:nvSpPr>
        <p:spPr>
          <a:xfrm>
            <a:off x="8684280" y="3276720"/>
            <a:ext cx="336600" cy="316620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D73BD718-6E25-42F7-BC31-9C46DBA5B8A4}"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914400">
              <a:lnSpc>
                <a:spcPct val="100000"/>
              </a:lnSpc>
              <a:buNone/>
              <a:tabLst>
                <a:tab pos="0" algn="l"/>
              </a:tabLst>
            </a:pPr>
            <a:r>
              <a:rPr lang="en-US" sz="2800" b="0" strike="noStrike" spc="-1">
                <a:solidFill>
                  <a:srgbClr val="000000"/>
                </a:solidFill>
                <a:latin typeface="Arial"/>
                <a:ea typeface="Arial"/>
              </a:rPr>
              <a:t>Title Text</a:t>
            </a:r>
            <a:endParaRPr lang="en-US" sz="2800" b="0" strike="noStrike" spc="-1">
              <a:solidFill>
                <a:srgbClr val="000000"/>
              </a:solidFill>
              <a:latin typeface="Arial"/>
            </a:endParaRPr>
          </a:p>
        </p:txBody>
      </p:sp>
      <p:sp>
        <p:nvSpPr>
          <p:cNvPr id="34" name="PlaceHolder 2"/>
          <p:cNvSpPr>
            <a:spLocks noGrp="1"/>
          </p:cNvSpPr>
          <p:nvPr>
            <p:ph type="sldNum" idx="8"/>
          </p:nvPr>
        </p:nvSpPr>
        <p:spPr>
          <a:xfrm>
            <a:off x="8684280" y="3276720"/>
            <a:ext cx="336600" cy="316620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5FE97423-2F46-4EB6-BE0A-6EB2D39CEFC1}"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311760" y="555480"/>
            <a:ext cx="2807640" cy="755280"/>
          </a:xfrm>
          <a:prstGeom prst="rect">
            <a:avLst/>
          </a:prstGeom>
          <a:noFill/>
          <a:ln w="12600">
            <a:noFill/>
          </a:ln>
        </p:spPr>
        <p:txBody>
          <a:bodyPr lIns="91440" tIns="91440" rIns="91440" bIns="91440" anchor="b">
            <a:noAutofit/>
          </a:bodyPr>
          <a:lstStyle/>
          <a:p>
            <a:pPr indent="0" defTabSz="914400">
              <a:lnSpc>
                <a:spcPct val="100000"/>
              </a:lnSpc>
              <a:buNone/>
              <a:tabLst>
                <a:tab pos="0" algn="l"/>
              </a:tabLst>
            </a:pPr>
            <a:r>
              <a:rPr lang="en-US" sz="2400" b="0" strike="noStrike" spc="-1">
                <a:solidFill>
                  <a:srgbClr val="000000"/>
                </a:solidFill>
                <a:latin typeface="Arial"/>
                <a:ea typeface="Arial"/>
              </a:rPr>
              <a:t>Title Text</a:t>
            </a:r>
            <a:endParaRPr lang="en-US" sz="2400" b="0" strike="noStrike" spc="-1">
              <a:solidFill>
                <a:srgbClr val="000000"/>
              </a:solidFill>
              <a:latin typeface="Arial"/>
            </a:endParaRPr>
          </a:p>
        </p:txBody>
      </p:sp>
      <p:sp>
        <p:nvSpPr>
          <p:cNvPr id="38" name="PlaceHolder 2"/>
          <p:cNvSpPr>
            <a:spLocks noGrp="1"/>
          </p:cNvSpPr>
          <p:nvPr>
            <p:ph type="body"/>
          </p:nvPr>
        </p:nvSpPr>
        <p:spPr>
          <a:xfrm>
            <a:off x="311760" y="1389600"/>
            <a:ext cx="2807640" cy="3179160"/>
          </a:xfrm>
          <a:prstGeom prst="rect">
            <a:avLst/>
          </a:prstGeom>
          <a:noFill/>
          <a:ln w="12600">
            <a:noFill/>
          </a:ln>
        </p:spPr>
        <p:txBody>
          <a:bodyPr lIns="91440" tIns="91440" rIns="91440" bIns="91440" anchor="t">
            <a:noAutofit/>
          </a:bodyPr>
          <a:lstStyle/>
          <a:p>
            <a:pPr marL="457200" indent="-304920" defTabSz="914400">
              <a:lnSpc>
                <a:spcPct val="115000"/>
              </a:lnSpc>
              <a:buClr>
                <a:srgbClr val="585858"/>
              </a:buClr>
              <a:buFont typeface="Arial"/>
              <a:buChar char="●"/>
            </a:pPr>
            <a:r>
              <a:rPr lang="en-US" sz="1200" b="0" strike="noStrike" spc="-1">
                <a:solidFill>
                  <a:srgbClr val="585858"/>
                </a:solidFill>
                <a:latin typeface="Arial"/>
                <a:ea typeface="Arial"/>
              </a:rPr>
              <a:t>Body Level One</a:t>
            </a:r>
            <a:endParaRPr lang="en-US" sz="1200" b="0" strike="noStrike" spc="-1">
              <a:solidFill>
                <a:srgbClr val="585858"/>
              </a:solidFill>
              <a:latin typeface="Arial"/>
            </a:endParaRPr>
          </a:p>
          <a:p>
            <a:pPr marL="914400" lvl="1" indent="-304920" defTabSz="914400">
              <a:lnSpc>
                <a:spcPct val="115000"/>
              </a:lnSpc>
              <a:buClr>
                <a:srgbClr val="585858"/>
              </a:buClr>
              <a:buFont typeface="Arial"/>
              <a:buChar char="○"/>
            </a:pPr>
            <a:r>
              <a:rPr lang="en-US" sz="1200" b="0" strike="noStrike" spc="-1">
                <a:solidFill>
                  <a:srgbClr val="585858"/>
                </a:solidFill>
                <a:latin typeface="Arial"/>
                <a:ea typeface="Arial"/>
              </a:rPr>
              <a:t>Body Level Two</a:t>
            </a:r>
            <a:endParaRPr lang="en-US" sz="1200" b="0" strike="noStrike" spc="-1">
              <a:solidFill>
                <a:srgbClr val="585858"/>
              </a:solidFill>
              <a:latin typeface="Arial"/>
            </a:endParaRPr>
          </a:p>
          <a:p>
            <a:pPr marL="1371600" lvl="2" indent="-304920" defTabSz="914400">
              <a:lnSpc>
                <a:spcPct val="115000"/>
              </a:lnSpc>
              <a:buClr>
                <a:srgbClr val="585858"/>
              </a:buClr>
              <a:buFont typeface="Arial"/>
              <a:buChar char="■"/>
            </a:pPr>
            <a:r>
              <a:rPr lang="en-US" sz="1200" b="0" strike="noStrike" spc="-1">
                <a:solidFill>
                  <a:srgbClr val="585858"/>
                </a:solidFill>
                <a:latin typeface="Arial"/>
                <a:ea typeface="Arial"/>
              </a:rPr>
              <a:t>Body Level Three</a:t>
            </a:r>
            <a:endParaRPr lang="en-US" sz="1200" b="0" strike="noStrike" spc="-1">
              <a:solidFill>
                <a:srgbClr val="585858"/>
              </a:solidFill>
              <a:latin typeface="Arial"/>
            </a:endParaRPr>
          </a:p>
          <a:p>
            <a:pPr marL="1828800" lvl="3" indent="-304920" defTabSz="914400">
              <a:lnSpc>
                <a:spcPct val="115000"/>
              </a:lnSpc>
              <a:buClr>
                <a:srgbClr val="585858"/>
              </a:buClr>
              <a:buFont typeface="Arial"/>
              <a:buChar char="●"/>
            </a:pPr>
            <a:r>
              <a:rPr lang="en-US" sz="1200" b="0" strike="noStrike" spc="-1">
                <a:solidFill>
                  <a:srgbClr val="585858"/>
                </a:solidFill>
                <a:latin typeface="Arial"/>
                <a:ea typeface="Arial"/>
              </a:rPr>
              <a:t>Body Level Four</a:t>
            </a:r>
            <a:endParaRPr lang="en-US" sz="1200" b="0" strike="noStrike" spc="-1">
              <a:solidFill>
                <a:srgbClr val="585858"/>
              </a:solidFill>
              <a:latin typeface="Arial"/>
            </a:endParaRPr>
          </a:p>
          <a:p>
            <a:pPr marL="2286000" lvl="4" indent="-304920" defTabSz="914400">
              <a:lnSpc>
                <a:spcPct val="115000"/>
              </a:lnSpc>
              <a:buClr>
                <a:srgbClr val="585858"/>
              </a:buClr>
              <a:buFont typeface="Arial"/>
              <a:buChar char="○"/>
            </a:pPr>
            <a:r>
              <a:rPr lang="en-US" sz="1200" b="0" strike="noStrike" spc="-1">
                <a:solidFill>
                  <a:srgbClr val="585858"/>
                </a:solidFill>
                <a:latin typeface="Arial"/>
                <a:ea typeface="Arial"/>
              </a:rPr>
              <a:t>Body Level Five</a:t>
            </a:r>
            <a:endParaRPr lang="en-US" sz="1200" b="0" strike="noStrike" spc="-1">
              <a:solidFill>
                <a:srgbClr val="585858"/>
              </a:solidFill>
              <a:latin typeface="Arial"/>
            </a:endParaRPr>
          </a:p>
        </p:txBody>
      </p:sp>
      <p:sp>
        <p:nvSpPr>
          <p:cNvPr id="39" name="PlaceHolder 3"/>
          <p:cNvSpPr>
            <a:spLocks noGrp="1"/>
          </p:cNvSpPr>
          <p:nvPr>
            <p:ph type="sldNum" idx="9"/>
          </p:nvPr>
        </p:nvSpPr>
        <p:spPr>
          <a:xfrm>
            <a:off x="8684280" y="3276720"/>
            <a:ext cx="336600" cy="316620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F69890DC-6B5E-4939-9D61-29669CEB9EC0}"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490320" y="450000"/>
            <a:ext cx="6367320" cy="4090320"/>
          </a:xfrm>
          <a:prstGeom prst="rect">
            <a:avLst/>
          </a:prstGeom>
          <a:noFill/>
          <a:ln w="12600">
            <a:noFill/>
          </a:ln>
        </p:spPr>
        <p:txBody>
          <a:bodyPr lIns="91440" tIns="91440" rIns="91440" bIns="91440" anchor="ctr">
            <a:noAutofit/>
          </a:bodyPr>
          <a:lstStyle/>
          <a:p>
            <a:pPr indent="0" defTabSz="914400">
              <a:lnSpc>
                <a:spcPct val="100000"/>
              </a:lnSpc>
              <a:buNone/>
              <a:tabLst>
                <a:tab pos="0" algn="l"/>
              </a:tabLst>
            </a:pPr>
            <a:r>
              <a:rPr lang="en-US" sz="4800" b="0" strike="noStrike" spc="-1">
                <a:solidFill>
                  <a:srgbClr val="000000"/>
                </a:solidFill>
                <a:latin typeface="Arial"/>
                <a:ea typeface="Arial"/>
              </a:rPr>
              <a:t>Title Text</a:t>
            </a:r>
            <a:endParaRPr lang="en-US" sz="4800" b="0" strike="noStrike" spc="-1">
              <a:solidFill>
                <a:srgbClr val="000000"/>
              </a:solidFill>
              <a:latin typeface="Arial"/>
            </a:endParaRPr>
          </a:p>
        </p:txBody>
      </p:sp>
      <p:sp>
        <p:nvSpPr>
          <p:cNvPr id="43" name="PlaceHolder 2"/>
          <p:cNvSpPr>
            <a:spLocks noGrp="1"/>
          </p:cNvSpPr>
          <p:nvPr>
            <p:ph type="sldNum" idx="10"/>
          </p:nvPr>
        </p:nvSpPr>
        <p:spPr>
          <a:xfrm>
            <a:off x="8684280" y="3276720"/>
            <a:ext cx="336600" cy="316620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394E60B9-30CE-419D-BEC4-33B220E27197}"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Google Shape;81;p21"/>
          <p:cNvSpPr/>
          <p:nvPr/>
        </p:nvSpPr>
        <p:spPr>
          <a:xfrm>
            <a:off x="4572000" y="0"/>
            <a:ext cx="4571640" cy="5143320"/>
          </a:xfrm>
          <a:prstGeom prst="rect">
            <a:avLst/>
          </a:prstGeom>
          <a:solidFill>
            <a:srgbClr val="EEEEEE"/>
          </a:solidFill>
          <a:ln w="1270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400" b="0" strike="noStrike" spc="-1">
              <a:solidFill>
                <a:srgbClr val="000000"/>
              </a:solidFill>
              <a:latin typeface="Arial"/>
              <a:ea typeface="Arial"/>
            </a:endParaRPr>
          </a:p>
        </p:txBody>
      </p:sp>
      <p:sp>
        <p:nvSpPr>
          <p:cNvPr id="47" name="PlaceHolder 1"/>
          <p:cNvSpPr>
            <a:spLocks noGrp="1"/>
          </p:cNvSpPr>
          <p:nvPr>
            <p:ph type="title"/>
          </p:nvPr>
        </p:nvSpPr>
        <p:spPr>
          <a:xfrm>
            <a:off x="265680" y="1233000"/>
            <a:ext cx="4044960" cy="1482120"/>
          </a:xfrm>
          <a:prstGeom prst="rect">
            <a:avLst/>
          </a:prstGeom>
          <a:noFill/>
          <a:ln w="12600">
            <a:noFill/>
          </a:ln>
        </p:spPr>
        <p:txBody>
          <a:bodyPr lIns="91440" tIns="91440" rIns="91440" bIns="91440" anchor="b">
            <a:noAutofit/>
          </a:bodyPr>
          <a:lstStyle/>
          <a:p>
            <a:pPr indent="0" algn="ctr" defTabSz="914400">
              <a:lnSpc>
                <a:spcPct val="100000"/>
              </a:lnSpc>
              <a:buNone/>
              <a:tabLst>
                <a:tab pos="0" algn="l"/>
              </a:tabLst>
            </a:pPr>
            <a:r>
              <a:rPr lang="en-US" sz="4200" b="0" strike="noStrike" spc="-1">
                <a:solidFill>
                  <a:srgbClr val="000000"/>
                </a:solidFill>
                <a:latin typeface="Arial"/>
                <a:ea typeface="Arial"/>
              </a:rPr>
              <a:t>Title Text</a:t>
            </a:r>
            <a:endParaRPr lang="en-US" sz="4200" b="0" strike="noStrike" spc="-1">
              <a:solidFill>
                <a:srgbClr val="000000"/>
              </a:solidFill>
              <a:latin typeface="Arial"/>
            </a:endParaRPr>
          </a:p>
        </p:txBody>
      </p:sp>
      <p:sp>
        <p:nvSpPr>
          <p:cNvPr id="48" name="PlaceHolder 2"/>
          <p:cNvSpPr>
            <a:spLocks noGrp="1"/>
          </p:cNvSpPr>
          <p:nvPr>
            <p:ph type="body"/>
          </p:nvPr>
        </p:nvSpPr>
        <p:spPr>
          <a:xfrm>
            <a:off x="265680" y="2802960"/>
            <a:ext cx="4044960" cy="1234800"/>
          </a:xfrm>
          <a:prstGeom prst="rect">
            <a:avLst/>
          </a:prstGeom>
          <a:noFill/>
          <a:ln w="12600">
            <a:noFill/>
          </a:ln>
        </p:spPr>
        <p:txBody>
          <a:bodyPr lIns="91440" tIns="91440" rIns="91440" bIns="91440" anchor="t">
            <a:noAutofit/>
          </a:bodyPr>
          <a:lstStyle/>
          <a:p>
            <a:pPr marL="228600" indent="-114480" algn="ctr" defTabSz="914400">
              <a:lnSpc>
                <a:spcPct val="100000"/>
              </a:lnSpc>
              <a:buNone/>
              <a:tabLst>
                <a:tab pos="0" algn="l"/>
              </a:tabLst>
            </a:pPr>
            <a:r>
              <a:rPr lang="en-US" sz="2100" b="0" strike="noStrike" spc="-1">
                <a:solidFill>
                  <a:srgbClr val="585858"/>
                </a:solidFill>
                <a:latin typeface="Arial"/>
                <a:ea typeface="Arial"/>
              </a:rPr>
              <a:t>Body Level One</a:t>
            </a:r>
            <a:endParaRPr lang="en-US" sz="2100" b="0" strike="noStrike" spc="-1">
              <a:solidFill>
                <a:srgbClr val="585858"/>
              </a:solidFill>
              <a:latin typeface="Arial"/>
            </a:endParaRPr>
          </a:p>
          <a:p>
            <a:pPr marL="228600" indent="114480" algn="ctr" defTabSz="914400">
              <a:lnSpc>
                <a:spcPct val="100000"/>
              </a:lnSpc>
              <a:buNone/>
              <a:tabLst>
                <a:tab pos="0" algn="l"/>
              </a:tabLst>
            </a:pPr>
            <a:r>
              <a:rPr lang="en-US" sz="2100" b="0" strike="noStrike" spc="-1">
                <a:solidFill>
                  <a:srgbClr val="585858"/>
                </a:solidFill>
                <a:latin typeface="Arial"/>
                <a:ea typeface="Arial"/>
              </a:rPr>
              <a:t>Body Level Two</a:t>
            </a:r>
            <a:endParaRPr lang="en-US" sz="2100" b="0" strike="noStrike" spc="-1">
              <a:solidFill>
                <a:srgbClr val="585858"/>
              </a:solidFill>
              <a:latin typeface="Arial"/>
            </a:endParaRPr>
          </a:p>
          <a:p>
            <a:pPr marL="228600" indent="114480" algn="ctr" defTabSz="914400">
              <a:lnSpc>
                <a:spcPct val="100000"/>
              </a:lnSpc>
              <a:buNone/>
              <a:tabLst>
                <a:tab pos="0" algn="l"/>
              </a:tabLst>
            </a:pPr>
            <a:r>
              <a:rPr lang="en-US" sz="2100" b="0" strike="noStrike" spc="-1">
                <a:solidFill>
                  <a:srgbClr val="585858"/>
                </a:solidFill>
                <a:latin typeface="Arial"/>
                <a:ea typeface="Arial"/>
              </a:rPr>
              <a:t>Body Level Three</a:t>
            </a:r>
            <a:endParaRPr lang="en-US" sz="2100" b="0" strike="noStrike" spc="-1">
              <a:solidFill>
                <a:srgbClr val="585858"/>
              </a:solidFill>
              <a:latin typeface="Arial"/>
            </a:endParaRPr>
          </a:p>
          <a:p>
            <a:pPr marL="228600" indent="114480" algn="ctr" defTabSz="914400">
              <a:lnSpc>
                <a:spcPct val="100000"/>
              </a:lnSpc>
              <a:buNone/>
              <a:tabLst>
                <a:tab pos="0" algn="l"/>
              </a:tabLst>
            </a:pPr>
            <a:r>
              <a:rPr lang="en-US" sz="2100" b="0" strike="noStrike" spc="-1">
                <a:solidFill>
                  <a:srgbClr val="585858"/>
                </a:solidFill>
                <a:latin typeface="Arial"/>
                <a:ea typeface="Arial"/>
              </a:rPr>
              <a:t>Body Level Four</a:t>
            </a:r>
            <a:endParaRPr lang="en-US" sz="2100" b="0" strike="noStrike" spc="-1">
              <a:solidFill>
                <a:srgbClr val="585858"/>
              </a:solidFill>
              <a:latin typeface="Arial"/>
            </a:endParaRPr>
          </a:p>
          <a:p>
            <a:pPr marL="228600" indent="114480" algn="ctr" defTabSz="914400">
              <a:lnSpc>
                <a:spcPct val="100000"/>
              </a:lnSpc>
              <a:buNone/>
              <a:tabLst>
                <a:tab pos="0" algn="l"/>
              </a:tabLst>
            </a:pPr>
            <a:r>
              <a:rPr lang="en-US" sz="2100" b="0" strike="noStrike" spc="-1">
                <a:solidFill>
                  <a:srgbClr val="585858"/>
                </a:solidFill>
                <a:latin typeface="Arial"/>
                <a:ea typeface="Arial"/>
              </a:rPr>
              <a:t>Body Level Five</a:t>
            </a:r>
            <a:endParaRPr lang="en-US" sz="2100" b="0" strike="noStrike" spc="-1">
              <a:solidFill>
                <a:srgbClr val="585858"/>
              </a:solidFill>
              <a:latin typeface="Arial"/>
            </a:endParaRPr>
          </a:p>
        </p:txBody>
      </p:sp>
      <p:sp>
        <p:nvSpPr>
          <p:cNvPr id="49" name="PlaceHolder 3"/>
          <p:cNvSpPr>
            <a:spLocks noGrp="1"/>
          </p:cNvSpPr>
          <p:nvPr>
            <p:ph type="body"/>
          </p:nvPr>
        </p:nvSpPr>
        <p:spPr>
          <a:xfrm>
            <a:off x="4939560" y="723960"/>
            <a:ext cx="3836520" cy="3694680"/>
          </a:xfrm>
          <a:prstGeom prst="rect">
            <a:avLst/>
          </a:prstGeom>
          <a:noFill/>
          <a:ln w="12600">
            <a:noFill/>
          </a:ln>
        </p:spPr>
        <p:txBody>
          <a:bodyPr lIns="91440" tIns="91440" rIns="91440" bIns="91440" anchor="ctr">
            <a:noAutofit/>
          </a:bodyPr>
          <a:lstStyle/>
          <a:p>
            <a:pPr marL="432000" indent="-324000">
              <a:lnSpc>
                <a:spcPct val="115000"/>
              </a:lnSpc>
              <a:spcBef>
                <a:spcPts val="1417"/>
              </a:spcBef>
              <a:buClr>
                <a:srgbClr val="000000"/>
              </a:buClr>
              <a:buSzPct val="45000"/>
              <a:buFont typeface="Wingdings" charset="2"/>
              <a:buChar char=""/>
            </a:pPr>
            <a:r>
              <a:rPr lang="en-US" sz="1800" b="0" strike="noStrike" spc="-1">
                <a:solidFill>
                  <a:srgbClr val="585858"/>
                </a:solidFill>
                <a:latin typeface="Arial"/>
              </a:rPr>
              <a:t>Click to edit the outline text format</a:t>
            </a:r>
          </a:p>
          <a:p>
            <a:pPr marL="864000" lvl="1" indent="-324000">
              <a:lnSpc>
                <a:spcPct val="115000"/>
              </a:lnSpc>
              <a:spcBef>
                <a:spcPts val="1134"/>
              </a:spcBef>
              <a:buClr>
                <a:srgbClr val="000000"/>
              </a:buClr>
              <a:buSzPct val="75000"/>
              <a:buFont typeface="Symbol" charset="2"/>
              <a:buChar char=""/>
            </a:pPr>
            <a:r>
              <a:rPr lang="en-US" sz="1800" b="0" strike="noStrike" spc="-1">
                <a:solidFill>
                  <a:srgbClr val="585858"/>
                </a:solidFill>
                <a:latin typeface="Arial"/>
              </a:rPr>
              <a:t>Second Outline Level</a:t>
            </a:r>
          </a:p>
          <a:p>
            <a:pPr marL="1296000" lvl="2" indent="-288000">
              <a:lnSpc>
                <a:spcPct val="115000"/>
              </a:lnSpc>
              <a:spcBef>
                <a:spcPts val="850"/>
              </a:spcBef>
              <a:buClr>
                <a:srgbClr val="000000"/>
              </a:buClr>
              <a:buSzPct val="45000"/>
              <a:buFont typeface="Wingdings" charset="2"/>
              <a:buChar char=""/>
            </a:pPr>
            <a:r>
              <a:rPr lang="en-US" sz="1800" b="0" strike="noStrike" spc="-1">
                <a:solidFill>
                  <a:srgbClr val="585858"/>
                </a:solidFill>
                <a:latin typeface="Arial"/>
              </a:rPr>
              <a:t>Third Outline Level</a:t>
            </a:r>
          </a:p>
          <a:p>
            <a:pPr marL="1728000" lvl="3" indent="-216000">
              <a:lnSpc>
                <a:spcPct val="115000"/>
              </a:lnSpc>
              <a:spcBef>
                <a:spcPts val="567"/>
              </a:spcBef>
              <a:buClr>
                <a:srgbClr val="000000"/>
              </a:buClr>
              <a:buSzPct val="75000"/>
              <a:buFont typeface="Symbol" charset="2"/>
              <a:buChar char=""/>
            </a:pPr>
            <a:r>
              <a:rPr lang="en-US" sz="1800" b="0" strike="noStrike" spc="-1">
                <a:solidFill>
                  <a:srgbClr val="585858"/>
                </a:solidFill>
                <a:latin typeface="Arial"/>
              </a:rPr>
              <a:t>Fourth Outline Level</a:t>
            </a:r>
          </a:p>
          <a:p>
            <a:pPr marL="2160000" lvl="4"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Fifth Outline Level</a:t>
            </a:r>
          </a:p>
          <a:p>
            <a:pPr marL="2592000" lvl="5"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Sixth Outline Level</a:t>
            </a:r>
          </a:p>
          <a:p>
            <a:pPr marL="3024000" lvl="6"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Seventh Outline Level</a:t>
            </a:r>
          </a:p>
        </p:txBody>
      </p:sp>
      <p:sp>
        <p:nvSpPr>
          <p:cNvPr id="50" name="PlaceHolder 4"/>
          <p:cNvSpPr>
            <a:spLocks noGrp="1"/>
          </p:cNvSpPr>
          <p:nvPr>
            <p:ph type="sldNum" idx="11"/>
          </p:nvPr>
        </p:nvSpPr>
        <p:spPr>
          <a:xfrm>
            <a:off x="8684280" y="3276720"/>
            <a:ext cx="336600" cy="316620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5EF9CACC-DB45-4951-B90A-25194553FC0F}"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311760" y="2151000"/>
            <a:ext cx="8520120" cy="841320"/>
          </a:xfrm>
          <a:prstGeom prst="rect">
            <a:avLst/>
          </a:prstGeom>
          <a:noFill/>
          <a:ln w="12600">
            <a:noFill/>
          </a:ln>
        </p:spPr>
        <p:txBody>
          <a:bodyPr lIns="91440" tIns="91440" rIns="91440" bIns="91440" anchor="ctr">
            <a:noAutofit/>
          </a:bodyPr>
          <a:lstStyle/>
          <a:p>
            <a:pPr indent="0" algn="ctr" defTabSz="914400">
              <a:lnSpc>
                <a:spcPct val="100000"/>
              </a:lnSpc>
              <a:buNone/>
              <a:tabLst>
                <a:tab pos="0" algn="l"/>
              </a:tabLst>
            </a:pPr>
            <a:r>
              <a:rPr lang="en-US" sz="3600" b="0" strike="noStrike" spc="-1">
                <a:solidFill>
                  <a:srgbClr val="000000"/>
                </a:solidFill>
                <a:latin typeface="Arial"/>
                <a:ea typeface="Arial"/>
              </a:rPr>
              <a:t>Title Text</a:t>
            </a:r>
            <a:endParaRPr lang="en-US" sz="3600" b="0" strike="noStrike" spc="-1">
              <a:solidFill>
                <a:srgbClr val="000000"/>
              </a:solidFill>
              <a:latin typeface="Arial"/>
            </a:endParaRPr>
          </a:p>
        </p:txBody>
      </p:sp>
      <p:sp>
        <p:nvSpPr>
          <p:cNvPr id="54" name="PlaceHolder 2"/>
          <p:cNvSpPr>
            <a:spLocks noGrp="1"/>
          </p:cNvSpPr>
          <p:nvPr>
            <p:ph type="sldNum" idx="12"/>
          </p:nvPr>
        </p:nvSpPr>
        <p:spPr>
          <a:xfrm>
            <a:off x="8684280" y="4700880"/>
            <a:ext cx="336600" cy="31788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1CE40FD1-830D-4706-9DFD-086582C25467}"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PlaceHolder 1"/>
          <p:cNvSpPr>
            <a:spLocks noGrp="1"/>
          </p:cNvSpPr>
          <p:nvPr>
            <p:ph type="body"/>
          </p:nvPr>
        </p:nvSpPr>
        <p:spPr>
          <a:xfrm>
            <a:off x="311760" y="4230720"/>
            <a:ext cx="5998320" cy="604800"/>
          </a:xfrm>
          <a:prstGeom prst="rect">
            <a:avLst/>
          </a:prstGeom>
          <a:noFill/>
          <a:ln w="12600">
            <a:noFill/>
          </a:ln>
        </p:spPr>
        <p:txBody>
          <a:bodyPr lIns="91440" tIns="91440" rIns="91440" bIns="91440" anchor="ctr">
            <a:noAutofit/>
          </a:bodyPr>
          <a:lstStyle/>
          <a:p>
            <a:pPr indent="0" defTabSz="914400">
              <a:lnSpc>
                <a:spcPct val="100000"/>
              </a:lnSpc>
              <a:buNone/>
              <a:tabLst>
                <a:tab pos="0" algn="l"/>
              </a:tabLst>
            </a:pPr>
            <a:r>
              <a:rPr lang="en-US" sz="1800" b="0" strike="noStrike" spc="-1">
                <a:solidFill>
                  <a:srgbClr val="585858"/>
                </a:solidFill>
                <a:latin typeface="Arial"/>
                <a:ea typeface="Arial"/>
              </a:rPr>
              <a:t>Body Level One</a:t>
            </a:r>
            <a:endParaRPr lang="en-US" sz="1800" b="0" strike="noStrike" spc="-1">
              <a:solidFill>
                <a:srgbClr val="585858"/>
              </a:solidFill>
              <a:latin typeface="Arial"/>
            </a:endParaRPr>
          </a:p>
          <a:p>
            <a:pPr marL="1005120" lvl="1" indent="-408240" defTabSz="914400">
              <a:lnSpc>
                <a:spcPct val="100000"/>
              </a:lnSpc>
              <a:buClr>
                <a:srgbClr val="585858"/>
              </a:buClr>
              <a:buFont typeface="Arial"/>
              <a:buChar char="○"/>
              <a:tabLst>
                <a:tab pos="0" algn="l"/>
              </a:tabLst>
            </a:pPr>
            <a:r>
              <a:rPr lang="en-US" sz="1800" b="0" strike="noStrike" spc="-1">
                <a:solidFill>
                  <a:srgbClr val="585858"/>
                </a:solidFill>
                <a:latin typeface="Arial"/>
                <a:ea typeface="Arial"/>
              </a:rPr>
              <a:t>Body Level Two</a:t>
            </a:r>
            <a:endParaRPr lang="en-US" sz="1800" b="0" strike="noStrike" spc="-1">
              <a:solidFill>
                <a:srgbClr val="585858"/>
              </a:solidFill>
              <a:latin typeface="Arial"/>
            </a:endParaRPr>
          </a:p>
          <a:p>
            <a:pPr marL="1462320" lvl="2" indent="-408240" defTabSz="914400">
              <a:lnSpc>
                <a:spcPct val="100000"/>
              </a:lnSpc>
              <a:buClr>
                <a:srgbClr val="585858"/>
              </a:buClr>
              <a:buFont typeface="Arial"/>
              <a:buChar char="■"/>
              <a:tabLst>
                <a:tab pos="0" algn="l"/>
              </a:tabLst>
            </a:pPr>
            <a:r>
              <a:rPr lang="en-US" sz="1800" b="0" strike="noStrike" spc="-1">
                <a:solidFill>
                  <a:srgbClr val="585858"/>
                </a:solidFill>
                <a:latin typeface="Arial"/>
                <a:ea typeface="Arial"/>
              </a:rPr>
              <a:t>Body Level Three</a:t>
            </a:r>
            <a:endParaRPr lang="en-US" sz="1800" b="0" strike="noStrike" spc="-1">
              <a:solidFill>
                <a:srgbClr val="585858"/>
              </a:solidFill>
              <a:latin typeface="Arial"/>
            </a:endParaRPr>
          </a:p>
          <a:p>
            <a:pPr marL="1919520" lvl="3" indent="-408240" defTabSz="914400">
              <a:lnSpc>
                <a:spcPct val="100000"/>
              </a:lnSpc>
              <a:buClr>
                <a:srgbClr val="585858"/>
              </a:buClr>
              <a:buFont typeface="Arial"/>
              <a:buChar char="●"/>
              <a:tabLst>
                <a:tab pos="0" algn="l"/>
              </a:tabLst>
            </a:pPr>
            <a:r>
              <a:rPr lang="en-US" sz="1800" b="0" strike="noStrike" spc="-1">
                <a:solidFill>
                  <a:srgbClr val="585858"/>
                </a:solidFill>
                <a:latin typeface="Arial"/>
                <a:ea typeface="Arial"/>
              </a:rPr>
              <a:t>Body Level Four</a:t>
            </a:r>
            <a:endParaRPr lang="en-US" sz="1800" b="0" strike="noStrike" spc="-1">
              <a:solidFill>
                <a:srgbClr val="585858"/>
              </a:solidFill>
              <a:latin typeface="Arial"/>
            </a:endParaRPr>
          </a:p>
          <a:p>
            <a:pPr marL="2376720" lvl="4" indent="-408240" defTabSz="914400">
              <a:lnSpc>
                <a:spcPct val="100000"/>
              </a:lnSpc>
              <a:buClr>
                <a:srgbClr val="585858"/>
              </a:buClr>
              <a:buFont typeface="Arial"/>
              <a:buChar char="○"/>
              <a:tabLst>
                <a:tab pos="0" algn="l"/>
              </a:tabLst>
            </a:pPr>
            <a:r>
              <a:rPr lang="en-US" sz="1800" b="0" strike="noStrike" spc="-1">
                <a:solidFill>
                  <a:srgbClr val="585858"/>
                </a:solidFill>
                <a:latin typeface="Arial"/>
                <a:ea typeface="Arial"/>
              </a:rPr>
              <a:t>Body Level Five</a:t>
            </a:r>
            <a:endParaRPr lang="en-US" sz="1800" b="0" strike="noStrike" spc="-1">
              <a:solidFill>
                <a:srgbClr val="585858"/>
              </a:solidFill>
              <a:latin typeface="Arial"/>
            </a:endParaRPr>
          </a:p>
        </p:txBody>
      </p:sp>
      <p:sp>
        <p:nvSpPr>
          <p:cNvPr id="58" name="PlaceHolder 2"/>
          <p:cNvSpPr>
            <a:spLocks noGrp="1"/>
          </p:cNvSpPr>
          <p:nvPr>
            <p:ph type="sldNum" idx="13"/>
          </p:nvPr>
        </p:nvSpPr>
        <p:spPr>
          <a:xfrm>
            <a:off x="8684280" y="3276720"/>
            <a:ext cx="336600" cy="316620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BA460EF0-6CA3-48E5-923F-203CF76B878A}"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311760" y="1106280"/>
            <a:ext cx="8520120" cy="1963080"/>
          </a:xfrm>
          <a:prstGeom prst="rect">
            <a:avLst/>
          </a:prstGeom>
          <a:noFill/>
          <a:ln w="12600">
            <a:noFill/>
          </a:ln>
        </p:spPr>
        <p:txBody>
          <a:bodyPr lIns="91440" tIns="91440" rIns="91440" bIns="91440" anchor="b">
            <a:noAutofit/>
          </a:bodyPr>
          <a:lstStyle/>
          <a:p>
            <a:pPr indent="0" algn="ctr" defTabSz="914400">
              <a:lnSpc>
                <a:spcPct val="100000"/>
              </a:lnSpc>
              <a:buNone/>
              <a:tabLst>
                <a:tab pos="0" algn="l"/>
              </a:tabLst>
            </a:pPr>
            <a:r>
              <a:rPr lang="en-US" sz="12000" b="0" strike="noStrike" spc="-1">
                <a:solidFill>
                  <a:srgbClr val="000000"/>
                </a:solidFill>
                <a:latin typeface="Arial"/>
                <a:ea typeface="Arial"/>
              </a:rPr>
              <a:t>xx%</a:t>
            </a:r>
            <a:endParaRPr lang="en-US" sz="12000" b="0" strike="noStrike" spc="-1">
              <a:solidFill>
                <a:srgbClr val="000000"/>
              </a:solidFill>
              <a:latin typeface="Arial"/>
            </a:endParaRPr>
          </a:p>
        </p:txBody>
      </p:sp>
      <p:sp>
        <p:nvSpPr>
          <p:cNvPr id="62" name="PlaceHolder 2"/>
          <p:cNvSpPr>
            <a:spLocks noGrp="1"/>
          </p:cNvSpPr>
          <p:nvPr>
            <p:ph type="body"/>
          </p:nvPr>
        </p:nvSpPr>
        <p:spPr>
          <a:xfrm>
            <a:off x="311760" y="3152160"/>
            <a:ext cx="8520120" cy="1300320"/>
          </a:xfrm>
          <a:prstGeom prst="rect">
            <a:avLst/>
          </a:prstGeom>
          <a:noFill/>
          <a:ln w="12600">
            <a:noFill/>
          </a:ln>
        </p:spPr>
        <p:txBody>
          <a:bodyPr lIns="91440" tIns="91440" rIns="91440" bIns="91440" anchor="t">
            <a:noAutofit/>
          </a:bodyPr>
          <a:lstStyle/>
          <a:p>
            <a:pPr marL="457200" indent="-343080" algn="ctr" defTabSz="914400">
              <a:lnSpc>
                <a:spcPct val="115000"/>
              </a:lnSpc>
              <a:buClr>
                <a:srgbClr val="585858"/>
              </a:buClr>
              <a:buFont typeface="Arial"/>
              <a:buChar char="●"/>
            </a:pPr>
            <a:r>
              <a:rPr lang="en-US" sz="1800" b="0" strike="noStrike" spc="-1">
                <a:solidFill>
                  <a:srgbClr val="585858"/>
                </a:solidFill>
                <a:latin typeface="Arial"/>
                <a:ea typeface="Arial"/>
              </a:rPr>
              <a:t>Body Level One</a:t>
            </a:r>
            <a:endParaRPr lang="en-US" sz="1800" b="0" strike="noStrike" spc="-1">
              <a:solidFill>
                <a:srgbClr val="585858"/>
              </a:solidFill>
              <a:latin typeface="Arial"/>
            </a:endParaRPr>
          </a:p>
          <a:p>
            <a:pPr marL="1005120" lvl="1" indent="-408240" algn="ctr" defTabSz="914400">
              <a:lnSpc>
                <a:spcPct val="115000"/>
              </a:lnSpc>
              <a:buClr>
                <a:srgbClr val="585858"/>
              </a:buClr>
              <a:buFont typeface="Arial"/>
              <a:buChar char="○"/>
            </a:pPr>
            <a:r>
              <a:rPr lang="en-US" sz="1800" b="0" strike="noStrike" spc="-1">
                <a:solidFill>
                  <a:srgbClr val="585858"/>
                </a:solidFill>
                <a:latin typeface="Arial"/>
                <a:ea typeface="Arial"/>
              </a:rPr>
              <a:t>Body Level Two</a:t>
            </a:r>
            <a:endParaRPr lang="en-US" sz="1800" b="0" strike="noStrike" spc="-1">
              <a:solidFill>
                <a:srgbClr val="585858"/>
              </a:solidFill>
              <a:latin typeface="Arial"/>
            </a:endParaRPr>
          </a:p>
          <a:p>
            <a:pPr marL="1462320" lvl="2" indent="-408240" algn="ctr" defTabSz="914400">
              <a:lnSpc>
                <a:spcPct val="115000"/>
              </a:lnSpc>
              <a:buClr>
                <a:srgbClr val="585858"/>
              </a:buClr>
              <a:buFont typeface="Arial"/>
              <a:buChar char="■"/>
            </a:pPr>
            <a:r>
              <a:rPr lang="en-US" sz="1800" b="0" strike="noStrike" spc="-1">
                <a:solidFill>
                  <a:srgbClr val="585858"/>
                </a:solidFill>
                <a:latin typeface="Arial"/>
                <a:ea typeface="Arial"/>
              </a:rPr>
              <a:t>Body Level Three</a:t>
            </a:r>
            <a:endParaRPr lang="en-US" sz="1800" b="0" strike="noStrike" spc="-1">
              <a:solidFill>
                <a:srgbClr val="585858"/>
              </a:solidFill>
              <a:latin typeface="Arial"/>
            </a:endParaRPr>
          </a:p>
          <a:p>
            <a:pPr marL="1919520" lvl="3" indent="-408240" algn="ctr" defTabSz="914400">
              <a:lnSpc>
                <a:spcPct val="115000"/>
              </a:lnSpc>
              <a:buClr>
                <a:srgbClr val="585858"/>
              </a:buClr>
              <a:buFont typeface="Arial"/>
              <a:buChar char="●"/>
            </a:pPr>
            <a:r>
              <a:rPr lang="en-US" sz="1800" b="0" strike="noStrike" spc="-1">
                <a:solidFill>
                  <a:srgbClr val="585858"/>
                </a:solidFill>
                <a:latin typeface="Arial"/>
                <a:ea typeface="Arial"/>
              </a:rPr>
              <a:t>Body Level Four</a:t>
            </a:r>
            <a:endParaRPr lang="en-US" sz="1800" b="0" strike="noStrike" spc="-1">
              <a:solidFill>
                <a:srgbClr val="585858"/>
              </a:solidFill>
              <a:latin typeface="Arial"/>
            </a:endParaRPr>
          </a:p>
          <a:p>
            <a:pPr marL="2376720" lvl="4" indent="-408240" algn="ctr" defTabSz="914400">
              <a:lnSpc>
                <a:spcPct val="115000"/>
              </a:lnSpc>
              <a:buClr>
                <a:srgbClr val="585858"/>
              </a:buClr>
              <a:buFont typeface="Arial"/>
              <a:buChar char="○"/>
            </a:pPr>
            <a:r>
              <a:rPr lang="en-US" sz="1800" b="0" strike="noStrike" spc="-1">
                <a:solidFill>
                  <a:srgbClr val="585858"/>
                </a:solidFill>
                <a:latin typeface="Arial"/>
                <a:ea typeface="Arial"/>
              </a:rPr>
              <a:t>Body Level Five</a:t>
            </a:r>
            <a:endParaRPr lang="en-US" sz="1800" b="0" strike="noStrike" spc="-1">
              <a:solidFill>
                <a:srgbClr val="585858"/>
              </a:solidFill>
              <a:latin typeface="Arial"/>
            </a:endParaRPr>
          </a:p>
        </p:txBody>
      </p:sp>
      <p:sp>
        <p:nvSpPr>
          <p:cNvPr id="63" name="PlaceHolder 3"/>
          <p:cNvSpPr>
            <a:spLocks noGrp="1"/>
          </p:cNvSpPr>
          <p:nvPr>
            <p:ph type="sldNum" idx="14"/>
          </p:nvPr>
        </p:nvSpPr>
        <p:spPr>
          <a:xfrm>
            <a:off x="8684280" y="3276720"/>
            <a:ext cx="336600" cy="316620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67A87729-6F4F-43AE-BFE3-423748133178}"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 name="PlaceHolder 1"/>
          <p:cNvSpPr>
            <a:spLocks noGrp="1"/>
          </p:cNvSpPr>
          <p:nvPr>
            <p:ph type="sldNum" idx="15"/>
          </p:nvPr>
        </p:nvSpPr>
        <p:spPr>
          <a:xfrm>
            <a:off x="8684280" y="3276720"/>
            <a:ext cx="336600" cy="316620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4C914911-7653-43DA-966C-218F3A733BB8}"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914400">
              <a:lnSpc>
                <a:spcPct val="100000"/>
              </a:lnSpc>
              <a:buNone/>
              <a:tabLst>
                <a:tab pos="0" algn="l"/>
              </a:tabLst>
            </a:pPr>
            <a:r>
              <a:rPr lang="en-US" sz="2800" b="0" strike="noStrike" spc="-1">
                <a:solidFill>
                  <a:srgbClr val="000000"/>
                </a:solidFill>
                <a:latin typeface="Arial"/>
                <a:ea typeface="Arial"/>
              </a:rPr>
              <a:t>Title Text</a:t>
            </a:r>
            <a:endParaRPr lang="en-US" sz="2800" b="0" strike="noStrike" spc="-1">
              <a:solidFill>
                <a:srgbClr val="000000"/>
              </a:solidFill>
              <a:latin typeface="Arial"/>
            </a:endParaRPr>
          </a:p>
        </p:txBody>
      </p:sp>
      <p:sp>
        <p:nvSpPr>
          <p:cNvPr id="70" name="PlaceHolder 2"/>
          <p:cNvSpPr>
            <a:spLocks noGrp="1"/>
          </p:cNvSpPr>
          <p:nvPr>
            <p:ph type="body"/>
          </p:nvPr>
        </p:nvSpPr>
        <p:spPr>
          <a:xfrm>
            <a:off x="311760" y="1152360"/>
            <a:ext cx="8520120" cy="3416040"/>
          </a:xfrm>
          <a:prstGeom prst="rect">
            <a:avLst/>
          </a:prstGeom>
          <a:noFill/>
          <a:ln w="12600">
            <a:noFill/>
          </a:ln>
        </p:spPr>
        <p:txBody>
          <a:bodyPr lIns="91440" tIns="91440" rIns="91440" bIns="91440" anchor="t">
            <a:noAutofit/>
          </a:bodyPr>
          <a:lstStyle/>
          <a:p>
            <a:pPr marL="457200" indent="-343080" defTabSz="914400">
              <a:lnSpc>
                <a:spcPct val="115000"/>
              </a:lnSpc>
              <a:buClr>
                <a:srgbClr val="585858"/>
              </a:buClr>
              <a:buFont typeface="Arial"/>
              <a:buChar char="●"/>
            </a:pPr>
            <a:r>
              <a:rPr lang="en-US" sz="1800" b="0" strike="noStrike" spc="-1">
                <a:solidFill>
                  <a:srgbClr val="585858"/>
                </a:solidFill>
                <a:latin typeface="Arial"/>
                <a:ea typeface="Arial"/>
              </a:rPr>
              <a:t>Body Level One</a:t>
            </a:r>
            <a:endParaRPr lang="en-US" sz="1800" b="0" strike="noStrike" spc="-1">
              <a:solidFill>
                <a:srgbClr val="585858"/>
              </a:solidFill>
              <a:latin typeface="Arial"/>
            </a:endParaRPr>
          </a:p>
          <a:p>
            <a:pPr marL="1005120" lvl="1" indent="-408240" defTabSz="914400">
              <a:lnSpc>
                <a:spcPct val="115000"/>
              </a:lnSpc>
              <a:buClr>
                <a:srgbClr val="585858"/>
              </a:buClr>
              <a:buFont typeface="Arial"/>
              <a:buChar char="○"/>
            </a:pPr>
            <a:r>
              <a:rPr lang="en-US" sz="1800" b="0" strike="noStrike" spc="-1">
                <a:solidFill>
                  <a:srgbClr val="585858"/>
                </a:solidFill>
                <a:latin typeface="Arial"/>
                <a:ea typeface="Arial"/>
              </a:rPr>
              <a:t>Body Level Two</a:t>
            </a:r>
            <a:endParaRPr lang="en-US" sz="1800" b="0" strike="noStrike" spc="-1">
              <a:solidFill>
                <a:srgbClr val="585858"/>
              </a:solidFill>
              <a:latin typeface="Arial"/>
            </a:endParaRPr>
          </a:p>
          <a:p>
            <a:pPr marL="1462320" lvl="2" indent="-408240" defTabSz="914400">
              <a:lnSpc>
                <a:spcPct val="115000"/>
              </a:lnSpc>
              <a:buClr>
                <a:srgbClr val="585858"/>
              </a:buClr>
              <a:buFont typeface="Arial"/>
              <a:buChar char="■"/>
            </a:pPr>
            <a:r>
              <a:rPr lang="en-US" sz="1800" b="0" strike="noStrike" spc="-1">
                <a:solidFill>
                  <a:srgbClr val="585858"/>
                </a:solidFill>
                <a:latin typeface="Arial"/>
                <a:ea typeface="Arial"/>
              </a:rPr>
              <a:t>Body Level Three</a:t>
            </a:r>
            <a:endParaRPr lang="en-US" sz="1800" b="0" strike="noStrike" spc="-1">
              <a:solidFill>
                <a:srgbClr val="585858"/>
              </a:solidFill>
              <a:latin typeface="Arial"/>
            </a:endParaRPr>
          </a:p>
          <a:p>
            <a:pPr marL="1919520" lvl="3" indent="-408240" defTabSz="914400">
              <a:lnSpc>
                <a:spcPct val="115000"/>
              </a:lnSpc>
              <a:buClr>
                <a:srgbClr val="585858"/>
              </a:buClr>
              <a:buFont typeface="Arial"/>
              <a:buChar char="●"/>
            </a:pPr>
            <a:r>
              <a:rPr lang="en-US" sz="1800" b="0" strike="noStrike" spc="-1">
                <a:solidFill>
                  <a:srgbClr val="585858"/>
                </a:solidFill>
                <a:latin typeface="Arial"/>
                <a:ea typeface="Arial"/>
              </a:rPr>
              <a:t>Body Level Four</a:t>
            </a:r>
            <a:endParaRPr lang="en-US" sz="1800" b="0" strike="noStrike" spc="-1">
              <a:solidFill>
                <a:srgbClr val="585858"/>
              </a:solidFill>
              <a:latin typeface="Arial"/>
            </a:endParaRPr>
          </a:p>
          <a:p>
            <a:pPr marL="2376720" lvl="4" indent="-408240" defTabSz="914400">
              <a:lnSpc>
                <a:spcPct val="115000"/>
              </a:lnSpc>
              <a:buClr>
                <a:srgbClr val="585858"/>
              </a:buClr>
              <a:buFont typeface="Arial"/>
              <a:buChar char="○"/>
            </a:pPr>
            <a:r>
              <a:rPr lang="en-US" sz="1800" b="0" strike="noStrike" spc="-1">
                <a:solidFill>
                  <a:srgbClr val="585858"/>
                </a:solidFill>
                <a:latin typeface="Arial"/>
                <a:ea typeface="Arial"/>
              </a:rPr>
              <a:t>Body Level Five</a:t>
            </a:r>
            <a:endParaRPr lang="en-US" sz="1800" b="0" strike="noStrike" spc="-1">
              <a:solidFill>
                <a:srgbClr val="585858"/>
              </a:solidFill>
              <a:latin typeface="Arial"/>
            </a:endParaRPr>
          </a:p>
        </p:txBody>
      </p:sp>
      <p:sp>
        <p:nvSpPr>
          <p:cNvPr id="71" name="PlaceHolder 3"/>
          <p:cNvSpPr>
            <a:spLocks noGrp="1"/>
          </p:cNvSpPr>
          <p:nvPr>
            <p:ph type="sldNum" idx="16"/>
          </p:nvPr>
        </p:nvSpPr>
        <p:spPr>
          <a:xfrm>
            <a:off x="8684280" y="4700880"/>
            <a:ext cx="336600" cy="31788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A413EC9B-4C8F-4B43-94BE-46DDC9819DDD}"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914400">
              <a:lnSpc>
                <a:spcPct val="100000"/>
              </a:lnSpc>
              <a:buNone/>
              <a:tabLst>
                <a:tab pos="0" algn="l"/>
              </a:tabLst>
            </a:pPr>
            <a:r>
              <a:rPr lang="en-US" sz="2800" b="0" strike="noStrike" spc="-1">
                <a:solidFill>
                  <a:srgbClr val="000000"/>
                </a:solidFill>
                <a:latin typeface="Arial"/>
                <a:ea typeface="Arial"/>
              </a:rPr>
              <a:t>Title Text</a:t>
            </a:r>
            <a:endParaRPr lang="en-US" sz="2800" b="0" strike="noStrike" spc="-1">
              <a:solidFill>
                <a:srgbClr val="000000"/>
              </a:solidFill>
              <a:latin typeface="Arial"/>
            </a:endParaRPr>
          </a:p>
        </p:txBody>
      </p:sp>
      <p:sp>
        <p:nvSpPr>
          <p:cNvPr id="75" name="PlaceHolder 2"/>
          <p:cNvSpPr>
            <a:spLocks noGrp="1"/>
          </p:cNvSpPr>
          <p:nvPr>
            <p:ph type="body"/>
          </p:nvPr>
        </p:nvSpPr>
        <p:spPr>
          <a:xfrm>
            <a:off x="311760" y="1152360"/>
            <a:ext cx="3999600" cy="3416040"/>
          </a:xfrm>
          <a:prstGeom prst="rect">
            <a:avLst/>
          </a:prstGeom>
          <a:noFill/>
          <a:ln w="12600">
            <a:noFill/>
          </a:ln>
        </p:spPr>
        <p:txBody>
          <a:bodyPr lIns="91440" tIns="91440" rIns="91440" bIns="91440" anchor="t">
            <a:noAutofit/>
          </a:bodyPr>
          <a:lstStyle/>
          <a:p>
            <a:pPr marL="457200" indent="-317520" defTabSz="914400">
              <a:lnSpc>
                <a:spcPct val="115000"/>
              </a:lnSpc>
              <a:buClr>
                <a:srgbClr val="585858"/>
              </a:buClr>
              <a:buFont typeface="Arial"/>
              <a:buChar char="●"/>
            </a:pPr>
            <a:r>
              <a:rPr lang="en-US" sz="1400" b="0" strike="noStrike" spc="-1">
                <a:solidFill>
                  <a:srgbClr val="585858"/>
                </a:solidFill>
                <a:latin typeface="Arial"/>
                <a:ea typeface="Arial"/>
              </a:rPr>
              <a:t>Body Level One</a:t>
            </a:r>
            <a:endParaRPr lang="en-US" sz="1400" b="0" strike="noStrike" spc="-1">
              <a:solidFill>
                <a:srgbClr val="585858"/>
              </a:solidFill>
              <a:latin typeface="Arial"/>
            </a:endParaRPr>
          </a:p>
          <a:p>
            <a:pPr marL="965160" lvl="1" indent="-355680" defTabSz="914400">
              <a:lnSpc>
                <a:spcPct val="115000"/>
              </a:lnSpc>
              <a:buClr>
                <a:srgbClr val="585858"/>
              </a:buClr>
              <a:buFont typeface="Arial"/>
              <a:buChar char="○"/>
            </a:pPr>
            <a:r>
              <a:rPr lang="en-US" sz="1400" b="0" strike="noStrike" spc="-1">
                <a:solidFill>
                  <a:srgbClr val="585858"/>
                </a:solidFill>
                <a:latin typeface="Arial"/>
                <a:ea typeface="Arial"/>
              </a:rPr>
              <a:t>Body Level Two</a:t>
            </a:r>
            <a:endParaRPr lang="en-US" sz="1400" b="0" strike="noStrike" spc="-1">
              <a:solidFill>
                <a:srgbClr val="585858"/>
              </a:solidFill>
              <a:latin typeface="Arial"/>
            </a:endParaRPr>
          </a:p>
          <a:p>
            <a:pPr marL="1422360" lvl="2" indent="-355680" defTabSz="914400">
              <a:lnSpc>
                <a:spcPct val="115000"/>
              </a:lnSpc>
              <a:buClr>
                <a:srgbClr val="585858"/>
              </a:buClr>
              <a:buFont typeface="Arial"/>
              <a:buChar char="■"/>
            </a:pPr>
            <a:r>
              <a:rPr lang="en-US" sz="1400" b="0" strike="noStrike" spc="-1">
                <a:solidFill>
                  <a:srgbClr val="585858"/>
                </a:solidFill>
                <a:latin typeface="Arial"/>
                <a:ea typeface="Arial"/>
              </a:rPr>
              <a:t>Body Level Three</a:t>
            </a:r>
            <a:endParaRPr lang="en-US" sz="1400" b="0" strike="noStrike" spc="-1">
              <a:solidFill>
                <a:srgbClr val="585858"/>
              </a:solidFill>
              <a:latin typeface="Arial"/>
            </a:endParaRPr>
          </a:p>
          <a:p>
            <a:pPr marL="1879560" lvl="3" indent="-355680" defTabSz="914400">
              <a:lnSpc>
                <a:spcPct val="115000"/>
              </a:lnSpc>
              <a:buClr>
                <a:srgbClr val="585858"/>
              </a:buClr>
              <a:buFont typeface="Arial"/>
              <a:buChar char="●"/>
            </a:pPr>
            <a:r>
              <a:rPr lang="en-US" sz="1400" b="0" strike="noStrike" spc="-1">
                <a:solidFill>
                  <a:srgbClr val="585858"/>
                </a:solidFill>
                <a:latin typeface="Arial"/>
                <a:ea typeface="Arial"/>
              </a:rPr>
              <a:t>Body Level Four</a:t>
            </a:r>
            <a:endParaRPr lang="en-US" sz="1400" b="0" strike="noStrike" spc="-1">
              <a:solidFill>
                <a:srgbClr val="585858"/>
              </a:solidFill>
              <a:latin typeface="Arial"/>
            </a:endParaRPr>
          </a:p>
          <a:p>
            <a:pPr marL="2336760" lvl="4" indent="-355680" defTabSz="914400">
              <a:lnSpc>
                <a:spcPct val="115000"/>
              </a:lnSpc>
              <a:buClr>
                <a:srgbClr val="585858"/>
              </a:buClr>
              <a:buFont typeface="Arial"/>
              <a:buChar char="○"/>
            </a:pPr>
            <a:r>
              <a:rPr lang="en-US" sz="1400" b="0" strike="noStrike" spc="-1">
                <a:solidFill>
                  <a:srgbClr val="585858"/>
                </a:solidFill>
                <a:latin typeface="Arial"/>
                <a:ea typeface="Arial"/>
              </a:rPr>
              <a:t>Body Level Five</a:t>
            </a:r>
            <a:endParaRPr lang="en-US" sz="1400" b="0" strike="noStrike" spc="-1">
              <a:solidFill>
                <a:srgbClr val="585858"/>
              </a:solidFill>
              <a:latin typeface="Arial"/>
            </a:endParaRPr>
          </a:p>
        </p:txBody>
      </p:sp>
      <p:sp>
        <p:nvSpPr>
          <p:cNvPr id="76" name="PlaceHolder 3"/>
          <p:cNvSpPr>
            <a:spLocks noGrp="1"/>
          </p:cNvSpPr>
          <p:nvPr>
            <p:ph type="body"/>
          </p:nvPr>
        </p:nvSpPr>
        <p:spPr>
          <a:xfrm>
            <a:off x="4832280" y="1152360"/>
            <a:ext cx="3999600" cy="3416040"/>
          </a:xfrm>
          <a:prstGeom prst="rect">
            <a:avLst/>
          </a:prstGeom>
          <a:noFill/>
          <a:ln w="12600">
            <a:noFill/>
          </a:ln>
        </p:spPr>
        <p:txBody>
          <a:bodyPr lIns="91440" tIns="91440" rIns="91440" bIns="91440" anchor="t">
            <a:noAutofit/>
          </a:bodyPr>
          <a:lstStyle/>
          <a:p>
            <a:pPr marL="432000" indent="-324000">
              <a:lnSpc>
                <a:spcPct val="115000"/>
              </a:lnSpc>
              <a:spcBef>
                <a:spcPts val="1417"/>
              </a:spcBef>
              <a:buClr>
                <a:srgbClr val="000000"/>
              </a:buClr>
              <a:buSzPct val="45000"/>
              <a:buFont typeface="Wingdings" charset="2"/>
              <a:buChar char=""/>
            </a:pPr>
            <a:r>
              <a:rPr lang="en-US" sz="1800" b="0" strike="noStrike" spc="-1">
                <a:solidFill>
                  <a:srgbClr val="585858"/>
                </a:solidFill>
                <a:latin typeface="Arial"/>
              </a:rPr>
              <a:t>Click to edit the outline text format</a:t>
            </a:r>
          </a:p>
          <a:p>
            <a:pPr marL="864000" lvl="1" indent="-324000">
              <a:lnSpc>
                <a:spcPct val="115000"/>
              </a:lnSpc>
              <a:spcBef>
                <a:spcPts val="1134"/>
              </a:spcBef>
              <a:buClr>
                <a:srgbClr val="000000"/>
              </a:buClr>
              <a:buSzPct val="75000"/>
              <a:buFont typeface="Symbol" charset="2"/>
              <a:buChar char=""/>
            </a:pPr>
            <a:r>
              <a:rPr lang="en-US" sz="1800" b="0" strike="noStrike" spc="-1">
                <a:solidFill>
                  <a:srgbClr val="585858"/>
                </a:solidFill>
                <a:latin typeface="Arial"/>
              </a:rPr>
              <a:t>Second Outline Level</a:t>
            </a:r>
          </a:p>
          <a:p>
            <a:pPr marL="1296000" lvl="2" indent="-288000">
              <a:lnSpc>
                <a:spcPct val="115000"/>
              </a:lnSpc>
              <a:spcBef>
                <a:spcPts val="850"/>
              </a:spcBef>
              <a:buClr>
                <a:srgbClr val="000000"/>
              </a:buClr>
              <a:buSzPct val="45000"/>
              <a:buFont typeface="Wingdings" charset="2"/>
              <a:buChar char=""/>
            </a:pPr>
            <a:r>
              <a:rPr lang="en-US" sz="1800" b="0" strike="noStrike" spc="-1">
                <a:solidFill>
                  <a:srgbClr val="585858"/>
                </a:solidFill>
                <a:latin typeface="Arial"/>
              </a:rPr>
              <a:t>Third Outline Level</a:t>
            </a:r>
          </a:p>
          <a:p>
            <a:pPr marL="1728000" lvl="3" indent="-216000">
              <a:lnSpc>
                <a:spcPct val="115000"/>
              </a:lnSpc>
              <a:spcBef>
                <a:spcPts val="567"/>
              </a:spcBef>
              <a:buClr>
                <a:srgbClr val="000000"/>
              </a:buClr>
              <a:buSzPct val="75000"/>
              <a:buFont typeface="Symbol" charset="2"/>
              <a:buChar char=""/>
            </a:pPr>
            <a:r>
              <a:rPr lang="en-US" sz="1800" b="0" strike="noStrike" spc="-1">
                <a:solidFill>
                  <a:srgbClr val="585858"/>
                </a:solidFill>
                <a:latin typeface="Arial"/>
              </a:rPr>
              <a:t>Fourth Outline Level</a:t>
            </a:r>
          </a:p>
          <a:p>
            <a:pPr marL="2160000" lvl="4"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Fifth Outline Level</a:t>
            </a:r>
          </a:p>
          <a:p>
            <a:pPr marL="2592000" lvl="5"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Sixth Outline Level</a:t>
            </a:r>
          </a:p>
          <a:p>
            <a:pPr marL="3024000" lvl="6"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Seventh Outline Level</a:t>
            </a:r>
          </a:p>
        </p:txBody>
      </p:sp>
      <p:sp>
        <p:nvSpPr>
          <p:cNvPr id="77" name="PlaceHolder 4"/>
          <p:cNvSpPr>
            <a:spLocks noGrp="1"/>
          </p:cNvSpPr>
          <p:nvPr>
            <p:ph type="sldNum" idx="17"/>
          </p:nvPr>
        </p:nvSpPr>
        <p:spPr>
          <a:xfrm>
            <a:off x="8684280" y="4700880"/>
            <a:ext cx="336600" cy="31788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3EA80988-3342-46EC-A6A3-1CD173B4979C}"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914400">
              <a:lnSpc>
                <a:spcPct val="100000"/>
              </a:lnSpc>
              <a:buNone/>
              <a:tabLst>
                <a:tab pos="0" algn="l"/>
              </a:tabLst>
            </a:pPr>
            <a:r>
              <a:rPr lang="en-US" sz="2800" b="0" strike="noStrike" spc="-1">
                <a:solidFill>
                  <a:srgbClr val="000000"/>
                </a:solidFill>
                <a:latin typeface="Arial"/>
                <a:ea typeface="Arial"/>
              </a:rPr>
              <a:t>Title Text</a:t>
            </a:r>
            <a:endParaRPr lang="en-US" sz="2800" b="0" strike="noStrike" spc="-1">
              <a:solidFill>
                <a:srgbClr val="000000"/>
              </a:solidFill>
              <a:latin typeface="Arial"/>
            </a:endParaRPr>
          </a:p>
        </p:txBody>
      </p:sp>
      <p:sp>
        <p:nvSpPr>
          <p:cNvPr id="81" name="PlaceHolder 2"/>
          <p:cNvSpPr>
            <a:spLocks noGrp="1"/>
          </p:cNvSpPr>
          <p:nvPr>
            <p:ph type="sldNum" idx="18"/>
          </p:nvPr>
        </p:nvSpPr>
        <p:spPr>
          <a:xfrm>
            <a:off x="8684280" y="4700880"/>
            <a:ext cx="336600" cy="31788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9F93FD5C-0A7F-454D-B78C-C3444BEBCDDC}"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311760" y="555480"/>
            <a:ext cx="2807640" cy="755280"/>
          </a:xfrm>
          <a:prstGeom prst="rect">
            <a:avLst/>
          </a:prstGeom>
          <a:noFill/>
          <a:ln w="12600">
            <a:noFill/>
          </a:ln>
        </p:spPr>
        <p:txBody>
          <a:bodyPr lIns="91440" tIns="91440" rIns="91440" bIns="91440" anchor="b">
            <a:noAutofit/>
          </a:bodyPr>
          <a:lstStyle/>
          <a:p>
            <a:pPr indent="0" defTabSz="914400">
              <a:lnSpc>
                <a:spcPct val="100000"/>
              </a:lnSpc>
              <a:buNone/>
              <a:tabLst>
                <a:tab pos="0" algn="l"/>
              </a:tabLst>
            </a:pPr>
            <a:r>
              <a:rPr lang="en-US" sz="2400" b="0" strike="noStrike" spc="-1">
                <a:solidFill>
                  <a:srgbClr val="000000"/>
                </a:solidFill>
                <a:latin typeface="Arial"/>
                <a:ea typeface="Arial"/>
              </a:rPr>
              <a:t>Title Text</a:t>
            </a:r>
            <a:endParaRPr lang="en-US" sz="2400" b="0" strike="noStrike" spc="-1">
              <a:solidFill>
                <a:srgbClr val="000000"/>
              </a:solidFill>
              <a:latin typeface="Arial"/>
            </a:endParaRPr>
          </a:p>
        </p:txBody>
      </p:sp>
      <p:sp>
        <p:nvSpPr>
          <p:cNvPr id="85" name="PlaceHolder 2"/>
          <p:cNvSpPr>
            <a:spLocks noGrp="1"/>
          </p:cNvSpPr>
          <p:nvPr>
            <p:ph type="body"/>
          </p:nvPr>
        </p:nvSpPr>
        <p:spPr>
          <a:xfrm>
            <a:off x="311760" y="1389600"/>
            <a:ext cx="2807640" cy="3179160"/>
          </a:xfrm>
          <a:prstGeom prst="rect">
            <a:avLst/>
          </a:prstGeom>
          <a:noFill/>
          <a:ln w="12600">
            <a:noFill/>
          </a:ln>
        </p:spPr>
        <p:txBody>
          <a:bodyPr lIns="91440" tIns="91440" rIns="91440" bIns="91440" anchor="t">
            <a:noAutofit/>
          </a:bodyPr>
          <a:lstStyle/>
          <a:p>
            <a:pPr marL="457200" indent="-304920" defTabSz="914400">
              <a:lnSpc>
                <a:spcPct val="115000"/>
              </a:lnSpc>
              <a:buClr>
                <a:srgbClr val="585858"/>
              </a:buClr>
              <a:buFont typeface="Arial"/>
              <a:buChar char="●"/>
            </a:pPr>
            <a:r>
              <a:rPr lang="en-US" sz="1200" b="0" strike="noStrike" spc="-1">
                <a:solidFill>
                  <a:srgbClr val="585858"/>
                </a:solidFill>
                <a:latin typeface="Arial"/>
                <a:ea typeface="Arial"/>
              </a:rPr>
              <a:t>Body Level One</a:t>
            </a:r>
            <a:endParaRPr lang="en-US" sz="1200" b="0" strike="noStrike" spc="-1">
              <a:solidFill>
                <a:srgbClr val="585858"/>
              </a:solidFill>
              <a:latin typeface="Arial"/>
            </a:endParaRPr>
          </a:p>
          <a:p>
            <a:pPr marL="914400" lvl="1" indent="-304920" defTabSz="914400">
              <a:lnSpc>
                <a:spcPct val="115000"/>
              </a:lnSpc>
              <a:buClr>
                <a:srgbClr val="585858"/>
              </a:buClr>
              <a:buFont typeface="Arial"/>
              <a:buChar char="○"/>
            </a:pPr>
            <a:r>
              <a:rPr lang="en-US" sz="1200" b="0" strike="noStrike" spc="-1">
                <a:solidFill>
                  <a:srgbClr val="585858"/>
                </a:solidFill>
                <a:latin typeface="Arial"/>
                <a:ea typeface="Arial"/>
              </a:rPr>
              <a:t>Body Level Two</a:t>
            </a:r>
            <a:endParaRPr lang="en-US" sz="1200" b="0" strike="noStrike" spc="-1">
              <a:solidFill>
                <a:srgbClr val="585858"/>
              </a:solidFill>
              <a:latin typeface="Arial"/>
            </a:endParaRPr>
          </a:p>
          <a:p>
            <a:pPr marL="1371600" lvl="2" indent="-304920" defTabSz="914400">
              <a:lnSpc>
                <a:spcPct val="115000"/>
              </a:lnSpc>
              <a:buClr>
                <a:srgbClr val="585858"/>
              </a:buClr>
              <a:buFont typeface="Arial"/>
              <a:buChar char="■"/>
            </a:pPr>
            <a:r>
              <a:rPr lang="en-US" sz="1200" b="0" strike="noStrike" spc="-1">
                <a:solidFill>
                  <a:srgbClr val="585858"/>
                </a:solidFill>
                <a:latin typeface="Arial"/>
                <a:ea typeface="Arial"/>
              </a:rPr>
              <a:t>Body Level Three</a:t>
            </a:r>
            <a:endParaRPr lang="en-US" sz="1200" b="0" strike="noStrike" spc="-1">
              <a:solidFill>
                <a:srgbClr val="585858"/>
              </a:solidFill>
              <a:latin typeface="Arial"/>
            </a:endParaRPr>
          </a:p>
          <a:p>
            <a:pPr marL="1828800" lvl="3" indent="-304920" defTabSz="914400">
              <a:lnSpc>
                <a:spcPct val="115000"/>
              </a:lnSpc>
              <a:buClr>
                <a:srgbClr val="585858"/>
              </a:buClr>
              <a:buFont typeface="Arial"/>
              <a:buChar char="●"/>
            </a:pPr>
            <a:r>
              <a:rPr lang="en-US" sz="1200" b="0" strike="noStrike" spc="-1">
                <a:solidFill>
                  <a:srgbClr val="585858"/>
                </a:solidFill>
                <a:latin typeface="Arial"/>
                <a:ea typeface="Arial"/>
              </a:rPr>
              <a:t>Body Level Four</a:t>
            </a:r>
            <a:endParaRPr lang="en-US" sz="1200" b="0" strike="noStrike" spc="-1">
              <a:solidFill>
                <a:srgbClr val="585858"/>
              </a:solidFill>
              <a:latin typeface="Arial"/>
            </a:endParaRPr>
          </a:p>
          <a:p>
            <a:pPr marL="2286000" lvl="4" indent="-304920" defTabSz="914400">
              <a:lnSpc>
                <a:spcPct val="115000"/>
              </a:lnSpc>
              <a:buClr>
                <a:srgbClr val="585858"/>
              </a:buClr>
              <a:buFont typeface="Arial"/>
              <a:buChar char="○"/>
            </a:pPr>
            <a:r>
              <a:rPr lang="en-US" sz="1200" b="0" strike="noStrike" spc="-1">
                <a:solidFill>
                  <a:srgbClr val="585858"/>
                </a:solidFill>
                <a:latin typeface="Arial"/>
                <a:ea typeface="Arial"/>
              </a:rPr>
              <a:t>Body Level Five</a:t>
            </a:r>
            <a:endParaRPr lang="en-US" sz="1200" b="0" strike="noStrike" spc="-1">
              <a:solidFill>
                <a:srgbClr val="585858"/>
              </a:solidFill>
              <a:latin typeface="Arial"/>
            </a:endParaRPr>
          </a:p>
        </p:txBody>
      </p:sp>
      <p:sp>
        <p:nvSpPr>
          <p:cNvPr id="86" name="PlaceHolder 3"/>
          <p:cNvSpPr>
            <a:spLocks noGrp="1"/>
          </p:cNvSpPr>
          <p:nvPr>
            <p:ph type="sldNum" idx="19"/>
          </p:nvPr>
        </p:nvSpPr>
        <p:spPr>
          <a:xfrm>
            <a:off x="8684280" y="4700880"/>
            <a:ext cx="336600" cy="31788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4AC43D23-3258-4838-A996-4762508D1268}"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490320" y="450000"/>
            <a:ext cx="6367320" cy="4090320"/>
          </a:xfrm>
          <a:prstGeom prst="rect">
            <a:avLst/>
          </a:prstGeom>
          <a:noFill/>
          <a:ln w="12600">
            <a:noFill/>
          </a:ln>
        </p:spPr>
        <p:txBody>
          <a:bodyPr lIns="91440" tIns="91440" rIns="91440" bIns="91440" anchor="ctr">
            <a:noAutofit/>
          </a:bodyPr>
          <a:lstStyle/>
          <a:p>
            <a:pPr indent="0" defTabSz="914400">
              <a:lnSpc>
                <a:spcPct val="100000"/>
              </a:lnSpc>
              <a:buNone/>
              <a:tabLst>
                <a:tab pos="0" algn="l"/>
              </a:tabLst>
            </a:pPr>
            <a:r>
              <a:rPr lang="en-US" sz="4800" b="0" strike="noStrike" spc="-1">
                <a:solidFill>
                  <a:srgbClr val="000000"/>
                </a:solidFill>
                <a:latin typeface="Arial"/>
                <a:ea typeface="Arial"/>
              </a:rPr>
              <a:t>Title Text</a:t>
            </a:r>
            <a:endParaRPr lang="en-US" sz="4800" b="0" strike="noStrike" spc="-1">
              <a:solidFill>
                <a:srgbClr val="000000"/>
              </a:solidFill>
              <a:latin typeface="Arial"/>
            </a:endParaRPr>
          </a:p>
        </p:txBody>
      </p:sp>
      <p:sp>
        <p:nvSpPr>
          <p:cNvPr id="90" name="PlaceHolder 2"/>
          <p:cNvSpPr>
            <a:spLocks noGrp="1"/>
          </p:cNvSpPr>
          <p:nvPr>
            <p:ph type="sldNum" idx="20"/>
          </p:nvPr>
        </p:nvSpPr>
        <p:spPr>
          <a:xfrm>
            <a:off x="8684280" y="4700880"/>
            <a:ext cx="336600" cy="31788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1AAA56D0-1631-47EC-93E6-488162442DD7}"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 name="Google Shape;36;p9"/>
          <p:cNvSpPr/>
          <p:nvPr/>
        </p:nvSpPr>
        <p:spPr>
          <a:xfrm>
            <a:off x="4572000" y="0"/>
            <a:ext cx="4571640" cy="5143320"/>
          </a:xfrm>
          <a:prstGeom prst="rect">
            <a:avLst/>
          </a:prstGeom>
          <a:solidFill>
            <a:srgbClr val="EEEEEE"/>
          </a:solidFill>
          <a:ln w="1270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400" b="0" strike="noStrike" spc="-1">
              <a:solidFill>
                <a:srgbClr val="000000"/>
              </a:solidFill>
              <a:latin typeface="Arial"/>
              <a:ea typeface="Arial"/>
            </a:endParaRPr>
          </a:p>
        </p:txBody>
      </p:sp>
      <p:sp>
        <p:nvSpPr>
          <p:cNvPr id="94" name="PlaceHolder 1"/>
          <p:cNvSpPr>
            <a:spLocks noGrp="1"/>
          </p:cNvSpPr>
          <p:nvPr>
            <p:ph type="title"/>
          </p:nvPr>
        </p:nvSpPr>
        <p:spPr>
          <a:xfrm>
            <a:off x="265680" y="1233000"/>
            <a:ext cx="4044960" cy="1482120"/>
          </a:xfrm>
          <a:prstGeom prst="rect">
            <a:avLst/>
          </a:prstGeom>
          <a:noFill/>
          <a:ln w="12600">
            <a:noFill/>
          </a:ln>
        </p:spPr>
        <p:txBody>
          <a:bodyPr lIns="91440" tIns="91440" rIns="91440" bIns="91440" anchor="b">
            <a:noAutofit/>
          </a:bodyPr>
          <a:lstStyle/>
          <a:p>
            <a:pPr indent="0" algn="ctr" defTabSz="914400">
              <a:lnSpc>
                <a:spcPct val="100000"/>
              </a:lnSpc>
              <a:buNone/>
              <a:tabLst>
                <a:tab pos="0" algn="l"/>
              </a:tabLst>
            </a:pPr>
            <a:r>
              <a:rPr lang="en-US" sz="4200" b="0" strike="noStrike" spc="-1">
                <a:solidFill>
                  <a:srgbClr val="000000"/>
                </a:solidFill>
                <a:latin typeface="Arial"/>
                <a:ea typeface="Arial"/>
              </a:rPr>
              <a:t>Title Text</a:t>
            </a:r>
            <a:endParaRPr lang="en-US" sz="4200" b="0" strike="noStrike" spc="-1">
              <a:solidFill>
                <a:srgbClr val="000000"/>
              </a:solidFill>
              <a:latin typeface="Arial"/>
            </a:endParaRPr>
          </a:p>
        </p:txBody>
      </p:sp>
      <p:sp>
        <p:nvSpPr>
          <p:cNvPr id="95" name="PlaceHolder 2"/>
          <p:cNvSpPr>
            <a:spLocks noGrp="1"/>
          </p:cNvSpPr>
          <p:nvPr>
            <p:ph type="body"/>
          </p:nvPr>
        </p:nvSpPr>
        <p:spPr>
          <a:xfrm>
            <a:off x="265680" y="2802960"/>
            <a:ext cx="4044960" cy="1234800"/>
          </a:xfrm>
          <a:prstGeom prst="rect">
            <a:avLst/>
          </a:prstGeom>
          <a:noFill/>
          <a:ln w="12600">
            <a:noFill/>
          </a:ln>
        </p:spPr>
        <p:txBody>
          <a:bodyPr lIns="91440" tIns="91440" rIns="91440" bIns="91440" anchor="t">
            <a:noAutofit/>
          </a:bodyPr>
          <a:lstStyle/>
          <a:p>
            <a:pPr marL="228600" indent="-114480" algn="ctr" defTabSz="914400">
              <a:lnSpc>
                <a:spcPct val="100000"/>
              </a:lnSpc>
              <a:buNone/>
              <a:tabLst>
                <a:tab pos="0" algn="l"/>
              </a:tabLst>
            </a:pPr>
            <a:r>
              <a:rPr lang="en-US" sz="2100" b="0" strike="noStrike" spc="-1">
                <a:solidFill>
                  <a:srgbClr val="585858"/>
                </a:solidFill>
                <a:latin typeface="Arial"/>
                <a:ea typeface="Arial"/>
              </a:rPr>
              <a:t>Body Level One</a:t>
            </a:r>
            <a:endParaRPr lang="en-US" sz="2100" b="0" strike="noStrike" spc="-1">
              <a:solidFill>
                <a:srgbClr val="585858"/>
              </a:solidFill>
              <a:latin typeface="Arial"/>
            </a:endParaRPr>
          </a:p>
          <a:p>
            <a:pPr marL="228600" indent="114480" algn="ctr" defTabSz="914400">
              <a:lnSpc>
                <a:spcPct val="100000"/>
              </a:lnSpc>
              <a:buNone/>
              <a:tabLst>
                <a:tab pos="0" algn="l"/>
              </a:tabLst>
            </a:pPr>
            <a:r>
              <a:rPr lang="en-US" sz="2100" b="0" strike="noStrike" spc="-1">
                <a:solidFill>
                  <a:srgbClr val="585858"/>
                </a:solidFill>
                <a:latin typeface="Arial"/>
                <a:ea typeface="Arial"/>
              </a:rPr>
              <a:t>Body Level Two</a:t>
            </a:r>
            <a:endParaRPr lang="en-US" sz="2100" b="0" strike="noStrike" spc="-1">
              <a:solidFill>
                <a:srgbClr val="585858"/>
              </a:solidFill>
              <a:latin typeface="Arial"/>
            </a:endParaRPr>
          </a:p>
          <a:p>
            <a:pPr marL="228600" indent="114480" algn="ctr" defTabSz="914400">
              <a:lnSpc>
                <a:spcPct val="100000"/>
              </a:lnSpc>
              <a:buNone/>
              <a:tabLst>
                <a:tab pos="0" algn="l"/>
              </a:tabLst>
            </a:pPr>
            <a:r>
              <a:rPr lang="en-US" sz="2100" b="0" strike="noStrike" spc="-1">
                <a:solidFill>
                  <a:srgbClr val="585858"/>
                </a:solidFill>
                <a:latin typeface="Arial"/>
                <a:ea typeface="Arial"/>
              </a:rPr>
              <a:t>Body Level Three</a:t>
            </a:r>
            <a:endParaRPr lang="en-US" sz="2100" b="0" strike="noStrike" spc="-1">
              <a:solidFill>
                <a:srgbClr val="585858"/>
              </a:solidFill>
              <a:latin typeface="Arial"/>
            </a:endParaRPr>
          </a:p>
          <a:p>
            <a:pPr marL="228600" indent="114480" algn="ctr" defTabSz="914400">
              <a:lnSpc>
                <a:spcPct val="100000"/>
              </a:lnSpc>
              <a:buNone/>
              <a:tabLst>
                <a:tab pos="0" algn="l"/>
              </a:tabLst>
            </a:pPr>
            <a:r>
              <a:rPr lang="en-US" sz="2100" b="0" strike="noStrike" spc="-1">
                <a:solidFill>
                  <a:srgbClr val="585858"/>
                </a:solidFill>
                <a:latin typeface="Arial"/>
                <a:ea typeface="Arial"/>
              </a:rPr>
              <a:t>Body Level Four</a:t>
            </a:r>
            <a:endParaRPr lang="en-US" sz="2100" b="0" strike="noStrike" spc="-1">
              <a:solidFill>
                <a:srgbClr val="585858"/>
              </a:solidFill>
              <a:latin typeface="Arial"/>
            </a:endParaRPr>
          </a:p>
          <a:p>
            <a:pPr marL="228600" indent="114480" algn="ctr" defTabSz="914400">
              <a:lnSpc>
                <a:spcPct val="100000"/>
              </a:lnSpc>
              <a:buNone/>
              <a:tabLst>
                <a:tab pos="0" algn="l"/>
              </a:tabLst>
            </a:pPr>
            <a:r>
              <a:rPr lang="en-US" sz="2100" b="0" strike="noStrike" spc="-1">
                <a:solidFill>
                  <a:srgbClr val="585858"/>
                </a:solidFill>
                <a:latin typeface="Arial"/>
                <a:ea typeface="Arial"/>
              </a:rPr>
              <a:t>Body Level Five</a:t>
            </a:r>
            <a:endParaRPr lang="en-US" sz="2100" b="0" strike="noStrike" spc="-1">
              <a:solidFill>
                <a:srgbClr val="585858"/>
              </a:solidFill>
              <a:latin typeface="Arial"/>
            </a:endParaRPr>
          </a:p>
        </p:txBody>
      </p:sp>
      <p:sp>
        <p:nvSpPr>
          <p:cNvPr id="96" name="PlaceHolder 3"/>
          <p:cNvSpPr>
            <a:spLocks noGrp="1"/>
          </p:cNvSpPr>
          <p:nvPr>
            <p:ph type="body"/>
          </p:nvPr>
        </p:nvSpPr>
        <p:spPr>
          <a:xfrm>
            <a:off x="4939560" y="723960"/>
            <a:ext cx="3836520" cy="3694680"/>
          </a:xfrm>
          <a:prstGeom prst="rect">
            <a:avLst/>
          </a:prstGeom>
          <a:noFill/>
          <a:ln w="12600">
            <a:noFill/>
          </a:ln>
        </p:spPr>
        <p:txBody>
          <a:bodyPr lIns="91440" tIns="91440" rIns="91440" bIns="91440" anchor="ctr">
            <a:noAutofit/>
          </a:bodyPr>
          <a:lstStyle/>
          <a:p>
            <a:pPr marL="432000" indent="-324000">
              <a:lnSpc>
                <a:spcPct val="115000"/>
              </a:lnSpc>
              <a:spcBef>
                <a:spcPts val="1417"/>
              </a:spcBef>
              <a:buClr>
                <a:srgbClr val="000000"/>
              </a:buClr>
              <a:buSzPct val="45000"/>
              <a:buFont typeface="Wingdings" charset="2"/>
              <a:buChar char=""/>
            </a:pPr>
            <a:r>
              <a:rPr lang="en-US" sz="1800" b="0" strike="noStrike" spc="-1">
                <a:solidFill>
                  <a:srgbClr val="585858"/>
                </a:solidFill>
                <a:latin typeface="Arial"/>
              </a:rPr>
              <a:t>Click to edit the outline text format</a:t>
            </a:r>
          </a:p>
          <a:p>
            <a:pPr marL="864000" lvl="1" indent="-324000">
              <a:lnSpc>
                <a:spcPct val="115000"/>
              </a:lnSpc>
              <a:spcBef>
                <a:spcPts val="1134"/>
              </a:spcBef>
              <a:buClr>
                <a:srgbClr val="000000"/>
              </a:buClr>
              <a:buSzPct val="75000"/>
              <a:buFont typeface="Symbol" charset="2"/>
              <a:buChar char=""/>
            </a:pPr>
            <a:r>
              <a:rPr lang="en-US" sz="1800" b="0" strike="noStrike" spc="-1">
                <a:solidFill>
                  <a:srgbClr val="585858"/>
                </a:solidFill>
                <a:latin typeface="Arial"/>
              </a:rPr>
              <a:t>Second Outline Level</a:t>
            </a:r>
          </a:p>
          <a:p>
            <a:pPr marL="1296000" lvl="2" indent="-288000">
              <a:lnSpc>
                <a:spcPct val="115000"/>
              </a:lnSpc>
              <a:spcBef>
                <a:spcPts val="850"/>
              </a:spcBef>
              <a:buClr>
                <a:srgbClr val="000000"/>
              </a:buClr>
              <a:buSzPct val="45000"/>
              <a:buFont typeface="Wingdings" charset="2"/>
              <a:buChar char=""/>
            </a:pPr>
            <a:r>
              <a:rPr lang="en-US" sz="1800" b="0" strike="noStrike" spc="-1">
                <a:solidFill>
                  <a:srgbClr val="585858"/>
                </a:solidFill>
                <a:latin typeface="Arial"/>
              </a:rPr>
              <a:t>Third Outline Level</a:t>
            </a:r>
          </a:p>
          <a:p>
            <a:pPr marL="1728000" lvl="3" indent="-216000">
              <a:lnSpc>
                <a:spcPct val="115000"/>
              </a:lnSpc>
              <a:spcBef>
                <a:spcPts val="567"/>
              </a:spcBef>
              <a:buClr>
                <a:srgbClr val="000000"/>
              </a:buClr>
              <a:buSzPct val="75000"/>
              <a:buFont typeface="Symbol" charset="2"/>
              <a:buChar char=""/>
            </a:pPr>
            <a:r>
              <a:rPr lang="en-US" sz="1800" b="0" strike="noStrike" spc="-1">
                <a:solidFill>
                  <a:srgbClr val="585858"/>
                </a:solidFill>
                <a:latin typeface="Arial"/>
              </a:rPr>
              <a:t>Fourth Outline Level</a:t>
            </a:r>
          </a:p>
          <a:p>
            <a:pPr marL="2160000" lvl="4"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Fifth Outline Level</a:t>
            </a:r>
          </a:p>
          <a:p>
            <a:pPr marL="2592000" lvl="5"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Sixth Outline Level</a:t>
            </a:r>
          </a:p>
          <a:p>
            <a:pPr marL="3024000" lvl="6" indent="-216000">
              <a:lnSpc>
                <a:spcPct val="115000"/>
              </a:lnSpc>
              <a:spcBef>
                <a:spcPts val="283"/>
              </a:spcBef>
              <a:buClr>
                <a:srgbClr val="000000"/>
              </a:buClr>
              <a:buSzPct val="45000"/>
              <a:buFont typeface="Wingdings" charset="2"/>
              <a:buChar char=""/>
            </a:pPr>
            <a:r>
              <a:rPr lang="en-US" sz="1800" b="0" strike="noStrike" spc="-1">
                <a:solidFill>
                  <a:srgbClr val="585858"/>
                </a:solidFill>
                <a:latin typeface="Arial"/>
              </a:rPr>
              <a:t>Seventh Outline Level</a:t>
            </a:r>
          </a:p>
        </p:txBody>
      </p:sp>
      <p:sp>
        <p:nvSpPr>
          <p:cNvPr id="97" name="PlaceHolder 4"/>
          <p:cNvSpPr>
            <a:spLocks noGrp="1"/>
          </p:cNvSpPr>
          <p:nvPr>
            <p:ph type="sldNum" idx="21"/>
          </p:nvPr>
        </p:nvSpPr>
        <p:spPr>
          <a:xfrm>
            <a:off x="8684280" y="4700880"/>
            <a:ext cx="336600" cy="31788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18302279-9399-4C89-A3B0-7D60C5439A68}"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 name="PlaceHolder 1"/>
          <p:cNvSpPr>
            <a:spLocks noGrp="1"/>
          </p:cNvSpPr>
          <p:nvPr>
            <p:ph type="body"/>
          </p:nvPr>
        </p:nvSpPr>
        <p:spPr>
          <a:xfrm>
            <a:off x="311760" y="4230720"/>
            <a:ext cx="5998320" cy="604800"/>
          </a:xfrm>
          <a:prstGeom prst="rect">
            <a:avLst/>
          </a:prstGeom>
          <a:noFill/>
          <a:ln w="12600">
            <a:noFill/>
          </a:ln>
        </p:spPr>
        <p:txBody>
          <a:bodyPr lIns="91440" tIns="91440" rIns="91440" bIns="91440" anchor="ctr">
            <a:noAutofit/>
          </a:bodyPr>
          <a:lstStyle/>
          <a:p>
            <a:pPr indent="0" defTabSz="914400">
              <a:lnSpc>
                <a:spcPct val="100000"/>
              </a:lnSpc>
              <a:buNone/>
              <a:tabLst>
                <a:tab pos="0" algn="l"/>
              </a:tabLst>
            </a:pPr>
            <a:r>
              <a:rPr lang="en-US" sz="1800" b="0" strike="noStrike" spc="-1">
                <a:solidFill>
                  <a:srgbClr val="585858"/>
                </a:solidFill>
                <a:latin typeface="Arial"/>
                <a:ea typeface="Arial"/>
              </a:rPr>
              <a:t>Body Level One</a:t>
            </a:r>
            <a:endParaRPr lang="en-US" sz="1800" b="0" strike="noStrike" spc="-1">
              <a:solidFill>
                <a:srgbClr val="585858"/>
              </a:solidFill>
              <a:latin typeface="Arial"/>
            </a:endParaRPr>
          </a:p>
          <a:p>
            <a:pPr marL="1005120" lvl="1" indent="-408240" defTabSz="914400">
              <a:lnSpc>
                <a:spcPct val="100000"/>
              </a:lnSpc>
              <a:buClr>
                <a:srgbClr val="585858"/>
              </a:buClr>
              <a:buFont typeface="Arial"/>
              <a:buChar char="○"/>
              <a:tabLst>
                <a:tab pos="0" algn="l"/>
              </a:tabLst>
            </a:pPr>
            <a:r>
              <a:rPr lang="en-US" sz="1800" b="0" strike="noStrike" spc="-1">
                <a:solidFill>
                  <a:srgbClr val="585858"/>
                </a:solidFill>
                <a:latin typeface="Arial"/>
                <a:ea typeface="Arial"/>
              </a:rPr>
              <a:t>Body Level Two</a:t>
            </a:r>
            <a:endParaRPr lang="en-US" sz="1800" b="0" strike="noStrike" spc="-1">
              <a:solidFill>
                <a:srgbClr val="585858"/>
              </a:solidFill>
              <a:latin typeface="Arial"/>
            </a:endParaRPr>
          </a:p>
          <a:p>
            <a:pPr marL="1462320" lvl="2" indent="-408240" defTabSz="914400">
              <a:lnSpc>
                <a:spcPct val="100000"/>
              </a:lnSpc>
              <a:buClr>
                <a:srgbClr val="585858"/>
              </a:buClr>
              <a:buFont typeface="Arial"/>
              <a:buChar char="■"/>
              <a:tabLst>
                <a:tab pos="0" algn="l"/>
              </a:tabLst>
            </a:pPr>
            <a:r>
              <a:rPr lang="en-US" sz="1800" b="0" strike="noStrike" spc="-1">
                <a:solidFill>
                  <a:srgbClr val="585858"/>
                </a:solidFill>
                <a:latin typeface="Arial"/>
                <a:ea typeface="Arial"/>
              </a:rPr>
              <a:t>Body Level Three</a:t>
            </a:r>
            <a:endParaRPr lang="en-US" sz="1800" b="0" strike="noStrike" spc="-1">
              <a:solidFill>
                <a:srgbClr val="585858"/>
              </a:solidFill>
              <a:latin typeface="Arial"/>
            </a:endParaRPr>
          </a:p>
          <a:p>
            <a:pPr marL="1919520" lvl="3" indent="-408240" defTabSz="914400">
              <a:lnSpc>
                <a:spcPct val="100000"/>
              </a:lnSpc>
              <a:buClr>
                <a:srgbClr val="585858"/>
              </a:buClr>
              <a:buFont typeface="Arial"/>
              <a:buChar char="●"/>
              <a:tabLst>
                <a:tab pos="0" algn="l"/>
              </a:tabLst>
            </a:pPr>
            <a:r>
              <a:rPr lang="en-US" sz="1800" b="0" strike="noStrike" spc="-1">
                <a:solidFill>
                  <a:srgbClr val="585858"/>
                </a:solidFill>
                <a:latin typeface="Arial"/>
                <a:ea typeface="Arial"/>
              </a:rPr>
              <a:t>Body Level Four</a:t>
            </a:r>
            <a:endParaRPr lang="en-US" sz="1800" b="0" strike="noStrike" spc="-1">
              <a:solidFill>
                <a:srgbClr val="585858"/>
              </a:solidFill>
              <a:latin typeface="Arial"/>
            </a:endParaRPr>
          </a:p>
          <a:p>
            <a:pPr marL="2376720" lvl="4" indent="-408240" defTabSz="914400">
              <a:lnSpc>
                <a:spcPct val="100000"/>
              </a:lnSpc>
              <a:buClr>
                <a:srgbClr val="585858"/>
              </a:buClr>
              <a:buFont typeface="Arial"/>
              <a:buChar char="○"/>
              <a:tabLst>
                <a:tab pos="0" algn="l"/>
              </a:tabLst>
            </a:pPr>
            <a:r>
              <a:rPr lang="en-US" sz="1800" b="0" strike="noStrike" spc="-1">
                <a:solidFill>
                  <a:srgbClr val="585858"/>
                </a:solidFill>
                <a:latin typeface="Arial"/>
                <a:ea typeface="Arial"/>
              </a:rPr>
              <a:t>Body Level Five</a:t>
            </a:r>
            <a:endParaRPr lang="en-US" sz="1800" b="0" strike="noStrike" spc="-1">
              <a:solidFill>
                <a:srgbClr val="585858"/>
              </a:solidFill>
              <a:latin typeface="Arial"/>
            </a:endParaRPr>
          </a:p>
        </p:txBody>
      </p:sp>
      <p:sp>
        <p:nvSpPr>
          <p:cNvPr id="101" name="PlaceHolder 2"/>
          <p:cNvSpPr>
            <a:spLocks noGrp="1"/>
          </p:cNvSpPr>
          <p:nvPr>
            <p:ph type="sldNum" idx="22"/>
          </p:nvPr>
        </p:nvSpPr>
        <p:spPr>
          <a:xfrm>
            <a:off x="8684280" y="4700880"/>
            <a:ext cx="336600" cy="317880"/>
          </a:xfrm>
          <a:prstGeom prst="rect">
            <a:avLst/>
          </a:prstGeom>
          <a:noFill/>
          <a:ln w="12600">
            <a:noFill/>
          </a:ln>
        </p:spPr>
        <p:txBody>
          <a:bodyPr lIns="91440" tIns="91440" rIns="91440" bIns="91440" anchor="ctr">
            <a:noAutofit/>
          </a:bodyPr>
          <a:lstStyle>
            <a:lvl1pPr indent="0" algn="r" defTabSz="914400">
              <a:lnSpc>
                <a:spcPct val="100000"/>
              </a:lnSpc>
              <a:buNone/>
              <a:tabLst>
                <a:tab pos="0" algn="l"/>
              </a:tabLst>
              <a:defRPr lang="en-US" sz="1000" b="0" strike="noStrike" spc="-1">
                <a:solidFill>
                  <a:srgbClr val="585858"/>
                </a:solidFill>
                <a:latin typeface="Arial"/>
                <a:ea typeface="Arial"/>
              </a:defRPr>
            </a:lvl1pPr>
          </a:lstStyle>
          <a:p>
            <a:pPr indent="0" algn="r" defTabSz="914400">
              <a:lnSpc>
                <a:spcPct val="100000"/>
              </a:lnSpc>
              <a:buNone/>
              <a:tabLst>
                <a:tab pos="0" algn="l"/>
              </a:tabLst>
            </a:pPr>
            <a:fld id="{62D90257-FCAB-4D33-B23A-FF73235B2001}" type="slidenum">
              <a:rPr lang="en-US" sz="1000" b="0" strike="noStrike" spc="-1">
                <a:solidFill>
                  <a:srgbClr val="585858"/>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311760" y="444960"/>
            <a:ext cx="8519760" cy="5720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05" name="PlaceHolder 2"/>
          <p:cNvSpPr>
            <a:spLocks noGrp="1"/>
          </p:cNvSpPr>
          <p:nvPr>
            <p:ph type="body"/>
          </p:nvPr>
        </p:nvSpPr>
        <p:spPr>
          <a:xfrm>
            <a:off x="311760" y="1152360"/>
            <a:ext cx="8519760" cy="34156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06" name="PlaceHolder 3"/>
          <p:cNvSpPr>
            <a:spLocks noGrp="1"/>
          </p:cNvSpPr>
          <p:nvPr>
            <p:ph type="sldNum" idx="23"/>
          </p:nvPr>
        </p:nvSpPr>
        <p:spPr>
          <a:xfrm>
            <a:off x="8472600" y="4663080"/>
            <a:ext cx="547920" cy="39276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 sz="1000" b="0" strike="noStrike" spc="-1">
                <a:solidFill>
                  <a:srgbClr val="595959"/>
                </a:solidFill>
                <a:latin typeface="Arial"/>
                <a:ea typeface="Arial"/>
              </a:defRPr>
            </a:lvl1pPr>
          </a:lstStyle>
          <a:p>
            <a:pPr indent="0" algn="r">
              <a:lnSpc>
                <a:spcPct val="100000"/>
              </a:lnSpc>
              <a:buNone/>
              <a:tabLst>
                <a:tab pos="0" algn="l"/>
              </a:tabLst>
            </a:pPr>
            <a:fld id="{08CE69A7-4CB1-4C79-8593-A14CBBC3FDF9}" type="slidenum">
              <a:rPr lang="en" sz="1000" b="0" strike="noStrike" spc="-1">
                <a:solidFill>
                  <a:srgbClr val="595959"/>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311760" y="444960"/>
            <a:ext cx="8519760" cy="5720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10" name="PlaceHolder 2"/>
          <p:cNvSpPr>
            <a:spLocks noGrp="1"/>
          </p:cNvSpPr>
          <p:nvPr>
            <p:ph type="body"/>
          </p:nvPr>
        </p:nvSpPr>
        <p:spPr>
          <a:xfrm>
            <a:off x="311760" y="1152360"/>
            <a:ext cx="4157280" cy="34156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11" name="PlaceHolder 3"/>
          <p:cNvSpPr>
            <a:spLocks noGrp="1"/>
          </p:cNvSpPr>
          <p:nvPr>
            <p:ph type="body"/>
          </p:nvPr>
        </p:nvSpPr>
        <p:spPr>
          <a:xfrm>
            <a:off x="4677840" y="1152360"/>
            <a:ext cx="4157280" cy="34156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12" name="PlaceHolder 4"/>
          <p:cNvSpPr>
            <a:spLocks noGrp="1"/>
          </p:cNvSpPr>
          <p:nvPr>
            <p:ph type="sldNum" idx="24"/>
          </p:nvPr>
        </p:nvSpPr>
        <p:spPr>
          <a:xfrm>
            <a:off x="8472600" y="4663080"/>
            <a:ext cx="547920" cy="39276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 sz="1000" b="0" strike="noStrike" spc="-1">
                <a:solidFill>
                  <a:srgbClr val="595959"/>
                </a:solidFill>
                <a:latin typeface="Arial"/>
                <a:ea typeface="Arial"/>
              </a:defRPr>
            </a:lvl1pPr>
          </a:lstStyle>
          <a:p>
            <a:pPr indent="0" algn="r">
              <a:lnSpc>
                <a:spcPct val="100000"/>
              </a:lnSpc>
              <a:buNone/>
              <a:tabLst>
                <a:tab pos="0" algn="l"/>
              </a:tabLst>
            </a:pPr>
            <a:fld id="{350238C3-ADD0-40D5-BCD5-E2FC023D39A8}" type="slidenum">
              <a:rPr lang="en" sz="1000" b="0" strike="noStrike" spc="-1">
                <a:solidFill>
                  <a:srgbClr val="595959"/>
                </a:solidFill>
                <a:latin typeface="Arial"/>
                <a:ea typeface="Arial"/>
              </a:rPr>
              <a:t>‹#›</a:t>
            </a:fld>
            <a:endParaRPr lang="en-US"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95" r:id="rId1"/>
    <p:sldLayoutId id="214748369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 name="PlaceHolder 1"/>
          <p:cNvSpPr>
            <a:spLocks noGrp="1"/>
          </p:cNvSpPr>
          <p:nvPr>
            <p:ph type="sldNum" idx="25"/>
          </p:nvPr>
        </p:nvSpPr>
        <p:spPr>
          <a:xfrm>
            <a:off x="8472600" y="4663080"/>
            <a:ext cx="547920" cy="39276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 sz="1000" b="0" strike="noStrike" spc="-1">
                <a:solidFill>
                  <a:srgbClr val="595959"/>
                </a:solidFill>
                <a:latin typeface="Arial"/>
                <a:ea typeface="Arial"/>
              </a:defRPr>
            </a:lvl1pPr>
          </a:lstStyle>
          <a:p>
            <a:pPr indent="0" algn="r">
              <a:lnSpc>
                <a:spcPct val="100000"/>
              </a:lnSpc>
              <a:buNone/>
              <a:tabLst>
                <a:tab pos="0" algn="l"/>
              </a:tabLst>
            </a:pPr>
            <a:fld id="{7D30C2A7-FEAB-4CAA-834B-AFBBD1578A25}" type="slidenum">
              <a:rPr lang="en" sz="1000" b="0" strike="noStrike" spc="-1">
                <a:solidFill>
                  <a:srgbClr val="595959"/>
                </a:solidFill>
                <a:latin typeface="Arial"/>
                <a:ea typeface="Arial"/>
              </a:rPr>
              <a:t>‹#›</a:t>
            </a:fld>
            <a:endParaRPr lang="en-US" sz="1000" b="0" strike="noStrike" spc="-1">
              <a:solidFill>
                <a:srgbClr val="000000"/>
              </a:solidFill>
              <a:latin typeface="Times New Roman"/>
            </a:endParaRPr>
          </a:p>
        </p:txBody>
      </p:sp>
      <p:sp>
        <p:nvSpPr>
          <p:cNvPr id="117" name="PlaceHolder 2"/>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118"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311760" y="230400"/>
            <a:ext cx="8520120" cy="2052360"/>
          </a:xfrm>
          <a:prstGeom prst="rect">
            <a:avLst/>
          </a:prstGeom>
          <a:noFill/>
          <a:ln w="12600">
            <a:noFill/>
          </a:ln>
        </p:spPr>
        <p:txBody>
          <a:bodyPr lIns="91440" tIns="91440" rIns="91440" bIns="91440" anchor="b">
            <a:noAutofit/>
          </a:bodyPr>
          <a:lstStyle/>
          <a:p>
            <a:pPr indent="0" algn="ctr" defTabSz="914400">
              <a:lnSpc>
                <a:spcPct val="100000"/>
              </a:lnSpc>
              <a:buNone/>
              <a:tabLst>
                <a:tab pos="0" algn="l"/>
              </a:tabLst>
            </a:pPr>
            <a:r>
              <a:rPr lang="en-US" sz="5200" b="0" strike="noStrike" spc="-1" dirty="0">
                <a:solidFill>
                  <a:srgbClr val="000000"/>
                </a:solidFill>
                <a:latin typeface="Arial"/>
                <a:ea typeface="Arial"/>
              </a:rPr>
              <a:t>CS 6476 Project 2</a:t>
            </a:r>
            <a:endParaRPr lang="en-US" sz="5200" b="0" strike="noStrike" spc="-1" dirty="0">
              <a:solidFill>
                <a:srgbClr val="000000"/>
              </a:solidFill>
              <a:latin typeface="Arial"/>
            </a:endParaRPr>
          </a:p>
        </p:txBody>
      </p:sp>
      <p:sp>
        <p:nvSpPr>
          <p:cNvPr id="120" name="PlaceHolder 2"/>
          <p:cNvSpPr>
            <a:spLocks noGrp="1"/>
          </p:cNvSpPr>
          <p:nvPr>
            <p:ph/>
          </p:nvPr>
        </p:nvSpPr>
        <p:spPr>
          <a:xfrm>
            <a:off x="311760" y="2320200"/>
            <a:ext cx="8520120" cy="1797120"/>
          </a:xfrm>
          <a:prstGeom prst="rect">
            <a:avLst/>
          </a:prstGeom>
          <a:noFill/>
          <a:ln w="12600">
            <a:noFill/>
          </a:ln>
        </p:spPr>
        <p:txBody>
          <a:bodyPr lIns="91440" tIns="91440" rIns="91440" bIns="91440" anchor="t">
            <a:noAutofit/>
          </a:bodyPr>
          <a:lstStyle/>
          <a:p>
            <a:pPr indent="0" algn="ctr" defTabSz="914400">
              <a:lnSpc>
                <a:spcPct val="90000"/>
              </a:lnSpc>
              <a:buNone/>
              <a:tabLst>
                <a:tab pos="0" algn="l"/>
              </a:tabLst>
            </a:pPr>
            <a:r>
              <a:rPr lang="en-US" sz="2800" b="0" strike="noStrike" spc="-1" dirty="0">
                <a:solidFill>
                  <a:srgbClr val="585858"/>
                </a:solidFill>
                <a:latin typeface="Arial"/>
                <a:ea typeface="Arial"/>
              </a:rPr>
              <a:t>Nandan </a:t>
            </a:r>
            <a:r>
              <a:rPr lang="en-US" sz="2800" b="0" strike="noStrike" spc="-1" dirty="0" err="1">
                <a:solidFill>
                  <a:srgbClr val="585858"/>
                </a:solidFill>
                <a:latin typeface="Arial"/>
                <a:ea typeface="Arial"/>
              </a:rPr>
              <a:t>Bharatkumar</a:t>
            </a:r>
            <a:r>
              <a:rPr lang="en-US" sz="2800" b="0" strike="noStrike" spc="-1" dirty="0">
                <a:solidFill>
                  <a:srgbClr val="585858"/>
                </a:solidFill>
                <a:latin typeface="Arial"/>
                <a:ea typeface="Arial"/>
              </a:rPr>
              <a:t> Parikh</a:t>
            </a:r>
            <a:endParaRPr lang="en-US" sz="2800" b="0" strike="noStrike" spc="-1" dirty="0">
              <a:solidFill>
                <a:srgbClr val="585858"/>
              </a:solidFill>
              <a:latin typeface="Arial"/>
            </a:endParaRPr>
          </a:p>
          <a:p>
            <a:pPr indent="0" algn="ctr" defTabSz="914400">
              <a:lnSpc>
                <a:spcPct val="90000"/>
              </a:lnSpc>
              <a:buNone/>
              <a:tabLst>
                <a:tab pos="0" algn="l"/>
              </a:tabLst>
            </a:pPr>
            <a:r>
              <a:rPr lang="en-US" sz="2800" b="0" strike="noStrike" spc="-1" dirty="0">
                <a:solidFill>
                  <a:srgbClr val="585858"/>
                </a:solidFill>
                <a:latin typeface="Arial"/>
                <a:ea typeface="Arial"/>
              </a:rPr>
              <a:t>nparikh44@gatech.edu</a:t>
            </a:r>
            <a:endParaRPr lang="en-US" sz="2800" b="0" strike="noStrike" spc="-1" dirty="0">
              <a:solidFill>
                <a:srgbClr val="585858"/>
              </a:solidFill>
              <a:latin typeface="Arial"/>
            </a:endParaRPr>
          </a:p>
          <a:p>
            <a:pPr indent="0" algn="ctr" defTabSz="914400">
              <a:lnSpc>
                <a:spcPct val="90000"/>
              </a:lnSpc>
              <a:buNone/>
              <a:tabLst>
                <a:tab pos="0" algn="l"/>
              </a:tabLst>
            </a:pPr>
            <a:r>
              <a:rPr lang="en-US" sz="2800" b="0" strike="noStrike" spc="-1" dirty="0">
                <a:solidFill>
                  <a:srgbClr val="585858"/>
                </a:solidFill>
                <a:latin typeface="Arial"/>
                <a:ea typeface="Arial"/>
              </a:rPr>
              <a:t>nparikh44</a:t>
            </a:r>
            <a:endParaRPr lang="en-US" sz="2800" b="0" strike="noStrike" spc="-1" dirty="0">
              <a:solidFill>
                <a:srgbClr val="585858"/>
              </a:solidFill>
              <a:latin typeface="Arial"/>
            </a:endParaRPr>
          </a:p>
          <a:p>
            <a:pPr indent="0" algn="ctr" defTabSz="914400">
              <a:lnSpc>
                <a:spcPct val="90000"/>
              </a:lnSpc>
              <a:buNone/>
              <a:tabLst>
                <a:tab pos="0" algn="l"/>
              </a:tabLst>
            </a:pPr>
            <a:r>
              <a:rPr lang="en-US" sz="2800" b="0" strike="noStrike" spc="-1" dirty="0">
                <a:solidFill>
                  <a:srgbClr val="585858"/>
                </a:solidFill>
                <a:latin typeface="Arial"/>
                <a:ea typeface="Arial"/>
              </a:rPr>
              <a:t>903487850</a:t>
            </a:r>
            <a:endParaRPr lang="en-US" sz="2800" b="0" strike="noStrike" spc="-1" dirty="0">
              <a:solidFill>
                <a:srgbClr val="585858"/>
              </a:solidFill>
              <a:latin typeface="Arial"/>
            </a:endParaRPr>
          </a:p>
        </p:txBody>
      </p:sp>
      <p:sp>
        <p:nvSpPr>
          <p:cNvPr id="2" name="文本框 1">
            <a:extLst>
              <a:ext uri="{FF2B5EF4-FFF2-40B4-BE49-F238E27FC236}">
                <a16:creationId xmlns:a16="http://schemas.microsoft.com/office/drawing/2014/main" id="{9C8E1E0F-B8C5-CD10-B9B0-22480E78C574}"/>
              </a:ext>
            </a:extLst>
          </p:cNvPr>
          <p:cNvSpPr txBox="1"/>
          <p:nvPr/>
        </p:nvSpPr>
        <p:spPr>
          <a:xfrm>
            <a:off x="450109" y="56251"/>
            <a:ext cx="8243422" cy="1200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gn="ctr" defTabSz="914400">
              <a:lnSpc>
                <a:spcPct val="100000"/>
              </a:lnSpc>
              <a:spcBef>
                <a:spcPts val="1001"/>
              </a:spcBef>
              <a:tabLst>
                <a:tab pos="0" algn="l"/>
              </a:tabLst>
            </a:pPr>
            <a:r>
              <a:rPr lang="en-US" altLang="zh-CN" sz="1800" b="0" u="none" strike="noStrike" dirty="0">
                <a:solidFill>
                  <a:srgbClr val="C9211E"/>
                </a:solidFill>
                <a:uFillTx/>
                <a:latin typeface="Arial"/>
                <a:ea typeface="Arial"/>
              </a:rPr>
              <a:t>Warning: Do not delete slides.</a:t>
            </a:r>
            <a:br>
              <a:rPr lang="en-US" altLang="zh-CN" sz="1800" dirty="0"/>
            </a:br>
            <a:r>
              <a:rPr lang="en-US" altLang="zh-CN" sz="1800" b="1" u="none" strike="noStrike" dirty="0">
                <a:solidFill>
                  <a:srgbClr val="C9211E"/>
                </a:solidFill>
                <a:uFillTx/>
                <a:latin typeface="Arial"/>
                <a:ea typeface="Arial"/>
              </a:rPr>
              <a:t>This includes extra credit slides and any problems you do not complete</a:t>
            </a:r>
            <a:r>
              <a:rPr lang="en-US" altLang="zh-CN" sz="1800" b="0" u="none" strike="noStrike" dirty="0">
                <a:solidFill>
                  <a:srgbClr val="C9211E"/>
                </a:solidFill>
                <a:uFillTx/>
                <a:latin typeface="Arial"/>
                <a:ea typeface="Arial"/>
              </a:rPr>
              <a:t>. </a:t>
            </a:r>
            <a:r>
              <a:rPr lang="en-US" altLang="zh-CN" sz="1800" b="1" u="none" strike="noStrike" dirty="0">
                <a:solidFill>
                  <a:srgbClr val="C9211E"/>
                </a:solidFill>
                <a:uFillTx/>
                <a:latin typeface="Arial"/>
                <a:ea typeface="Arial"/>
              </a:rPr>
              <a:t>All problems, including extra credit, must be assigned to a slide on </a:t>
            </a:r>
            <a:r>
              <a:rPr lang="en-US" altLang="zh-CN" sz="1800" b="1" u="none" strike="noStrike" dirty="0" err="1">
                <a:solidFill>
                  <a:srgbClr val="C9211E"/>
                </a:solidFill>
                <a:uFillTx/>
                <a:latin typeface="Arial"/>
                <a:ea typeface="Arial"/>
              </a:rPr>
              <a:t>Gradescope</a:t>
            </a:r>
            <a:r>
              <a:rPr lang="en-US" altLang="zh-CN" sz="1800" b="0" u="none" strike="noStrike" dirty="0">
                <a:solidFill>
                  <a:srgbClr val="C9211E"/>
                </a:solidFill>
                <a:uFillTx/>
                <a:latin typeface="Arial"/>
                <a:ea typeface="Arial"/>
              </a:rPr>
              <a:t>.  Failure to follow this will result in a penalty.</a:t>
            </a:r>
            <a:endParaRPr lang="en-US" altLang="zh-CN" sz="1800" b="0" u="none" strike="noStrike" dirty="0">
              <a:solidFill>
                <a:srgbClr val="000000"/>
              </a:solidFill>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dirty="0">
                <a:solidFill>
                  <a:srgbClr val="000000"/>
                </a:solidFill>
                <a:latin typeface="Arial"/>
                <a:ea typeface="Arial"/>
              </a:rPr>
              <a:t>Part 1: Harris corner detector</a:t>
            </a:r>
            <a:endParaRPr lang="en-US" sz="2300" b="0" strike="noStrike" spc="-1" dirty="0">
              <a:solidFill>
                <a:srgbClr val="000000"/>
              </a:solidFill>
              <a:latin typeface="Arial"/>
            </a:endParaRPr>
          </a:p>
        </p:txBody>
      </p:sp>
      <p:sp>
        <p:nvSpPr>
          <p:cNvPr id="122" name="PlaceHolder 2"/>
          <p:cNvSpPr>
            <a:spLocks noGrp="1"/>
          </p:cNvSpPr>
          <p:nvPr>
            <p:ph/>
          </p:nvPr>
        </p:nvSpPr>
        <p:spPr>
          <a:xfrm>
            <a:off x="311760" y="1152360"/>
            <a:ext cx="399960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r>
              <a:rPr lang="en-US" sz="1400" b="0" strike="noStrike" spc="-1" dirty="0">
                <a:solidFill>
                  <a:srgbClr val="585858"/>
                </a:solidFill>
                <a:latin typeface="Arial"/>
                <a:ea typeface="Arial"/>
              </a:rPr>
              <a:t>[insert visualization of \sqrt(I</a:t>
            </a:r>
            <a:r>
              <a:rPr lang="en-US" sz="1400" b="0" strike="noStrike" spc="-1" baseline="-25000" dirty="0">
                <a:solidFill>
                  <a:srgbClr val="585858"/>
                </a:solidFill>
                <a:latin typeface="Arial"/>
                <a:ea typeface="Arial"/>
              </a:rPr>
              <a:t>x</a:t>
            </a:r>
            <a:r>
              <a:rPr lang="en-US" sz="1400" b="0" strike="noStrike" spc="-1" baseline="30000" dirty="0">
                <a:solidFill>
                  <a:srgbClr val="585858"/>
                </a:solidFill>
                <a:latin typeface="Arial"/>
                <a:ea typeface="Arial"/>
              </a:rPr>
              <a:t>2</a:t>
            </a:r>
            <a:r>
              <a:rPr lang="en-US" sz="1400" b="0" strike="noStrike" spc="-1" dirty="0">
                <a:solidFill>
                  <a:srgbClr val="585858"/>
                </a:solidFill>
                <a:latin typeface="Arial"/>
                <a:ea typeface="Arial"/>
              </a:rPr>
              <a:t> + I</a:t>
            </a:r>
            <a:r>
              <a:rPr lang="en-US" sz="1400" b="0" strike="noStrike" spc="-1" baseline="-25000" dirty="0">
                <a:solidFill>
                  <a:srgbClr val="585858"/>
                </a:solidFill>
                <a:latin typeface="Arial"/>
                <a:ea typeface="Arial"/>
              </a:rPr>
              <a:t>y</a:t>
            </a:r>
            <a:r>
              <a:rPr lang="en-US" sz="1400" b="0" strike="noStrike" spc="-1" baseline="30000" dirty="0">
                <a:solidFill>
                  <a:srgbClr val="585858"/>
                </a:solidFill>
                <a:latin typeface="Arial"/>
                <a:ea typeface="Arial"/>
              </a:rPr>
              <a:t>2</a:t>
            </a:r>
            <a:r>
              <a:rPr lang="en-US" sz="1400" b="0" strike="noStrike" spc="-1" dirty="0">
                <a:solidFill>
                  <a:srgbClr val="585858"/>
                </a:solidFill>
                <a:latin typeface="Arial"/>
                <a:ea typeface="Arial"/>
              </a:rPr>
              <a:t>) for Notre Dame image pair from proj2.ipynb here]</a:t>
            </a:r>
            <a:endParaRPr lang="en-US" sz="1400" b="0" strike="noStrike" spc="-1" dirty="0">
              <a:solidFill>
                <a:srgbClr val="585858"/>
              </a:solidFill>
              <a:latin typeface="Arial"/>
            </a:endParaRPr>
          </a:p>
        </p:txBody>
      </p:sp>
      <p:sp>
        <p:nvSpPr>
          <p:cNvPr id="123" name="PlaceHolder 3"/>
          <p:cNvSpPr>
            <a:spLocks noGrp="1"/>
          </p:cNvSpPr>
          <p:nvPr>
            <p:ph/>
          </p:nvPr>
        </p:nvSpPr>
        <p:spPr>
          <a:xfrm>
            <a:off x="4832280" y="1152360"/>
            <a:ext cx="399960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r>
              <a:rPr lang="en-US" sz="1400" b="1" strike="noStrike" spc="-1" dirty="0">
                <a:solidFill>
                  <a:srgbClr val="585858"/>
                </a:solidFill>
                <a:latin typeface="Arial"/>
                <a:ea typeface="Arial"/>
              </a:rPr>
              <a:t>Corners/Junctions: </a:t>
            </a:r>
            <a:r>
              <a:rPr lang="en-US" sz="1400" b="0" strike="noStrike" spc="-1" dirty="0">
                <a:solidFill>
                  <a:srgbClr val="585858"/>
                </a:solidFill>
                <a:latin typeface="Arial"/>
                <a:ea typeface="Arial"/>
              </a:rPr>
              <a:t>Pixels where two or more edges meet have large changes in intensity in both directions because the magnitude in both directions is quite strong </a:t>
            </a:r>
          </a:p>
          <a:p>
            <a:pPr indent="0" defTabSz="914400">
              <a:lnSpc>
                <a:spcPct val="115000"/>
              </a:lnSpc>
              <a:buNone/>
              <a:tabLst>
                <a:tab pos="0" algn="l"/>
              </a:tabLst>
            </a:pPr>
            <a:r>
              <a:rPr lang="en-US" sz="1400" b="1" spc="-1" dirty="0">
                <a:solidFill>
                  <a:srgbClr val="585858"/>
                </a:solidFill>
                <a:latin typeface="Arial"/>
                <a:ea typeface="Arial"/>
              </a:rPr>
              <a:t>Edges: </a:t>
            </a:r>
            <a:r>
              <a:rPr lang="en-US" sz="1400" spc="-1" dirty="0">
                <a:solidFill>
                  <a:srgbClr val="585858"/>
                </a:solidFill>
                <a:latin typeface="Arial"/>
                <a:ea typeface="Arial"/>
              </a:rPr>
              <a:t>Edges will also have high magnitudes since the gradient changes sharply in a particular direction (or both if the edge is diagonal)</a:t>
            </a:r>
            <a:endParaRPr lang="en-US" sz="1400" b="1" strike="noStrike" spc="-1" dirty="0">
              <a:solidFill>
                <a:srgbClr val="585858"/>
              </a:solidFill>
              <a:latin typeface="Arial"/>
              <a:ea typeface="Arial"/>
            </a:endParaRPr>
          </a:p>
          <a:p>
            <a:pPr indent="0" defTabSz="914400">
              <a:lnSpc>
                <a:spcPct val="115000"/>
              </a:lnSpc>
              <a:buNone/>
              <a:tabLst>
                <a:tab pos="0" algn="l"/>
              </a:tabLst>
            </a:pPr>
            <a:endParaRPr lang="en-US" sz="1400" spc="-1" dirty="0">
              <a:solidFill>
                <a:srgbClr val="585858"/>
              </a:solidFill>
              <a:latin typeface="Arial"/>
              <a:ea typeface="Arial"/>
            </a:endParaRPr>
          </a:p>
          <a:p>
            <a:pPr indent="0" defTabSz="914400">
              <a:lnSpc>
                <a:spcPct val="115000"/>
              </a:lnSpc>
              <a:buNone/>
              <a:tabLst>
                <a:tab pos="0" algn="l"/>
              </a:tabLst>
            </a:pPr>
            <a:r>
              <a:rPr lang="en-US" sz="1400" b="0" strike="noStrike" spc="-1" dirty="0">
                <a:solidFill>
                  <a:srgbClr val="585858"/>
                </a:solidFill>
                <a:latin typeface="Arial"/>
                <a:ea typeface="Arial"/>
              </a:rPr>
              <a:t>For the Notre Dame image, the highest magnitudes are at architectural edges and detailed regions like stone carvings and decorative patterns</a:t>
            </a:r>
          </a:p>
        </p:txBody>
      </p:sp>
      <mc:AlternateContent xmlns:mc="http://schemas.openxmlformats.org/markup-compatibility/2006" xmlns:a14="http://schemas.microsoft.com/office/drawing/2010/main">
        <mc:Choice Requires="a14">
          <p:sp>
            <p:nvSpPr>
              <p:cNvPr id="2" name="PlaceHolder 3">
                <a:extLst>
                  <a:ext uri="{FF2B5EF4-FFF2-40B4-BE49-F238E27FC236}">
                    <a16:creationId xmlns:a16="http://schemas.microsoft.com/office/drawing/2014/main" id="{8D643B8C-40C1-87B4-4538-93CC9A2D182A}"/>
                  </a:ext>
                </a:extLst>
              </p:cNvPr>
              <p:cNvSpPr>
                <a:spLocks noGrp="1"/>
              </p:cNvSpPr>
              <p:nvPr>
                <p:ph/>
              </p:nvPr>
            </p:nvSpPr>
            <p:spPr>
              <a:xfrm>
                <a:off x="311760" y="3270636"/>
                <a:ext cx="3999600" cy="1297764"/>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14:m>
                  <m:oMathPara xmlns:m="http://schemas.openxmlformats.org/officeDocument/2006/math">
                    <m:oMathParaPr>
                      <m:jc m:val="centerGroup"/>
                    </m:oMathParaPr>
                    <m:oMath xmlns:m="http://schemas.openxmlformats.org/officeDocument/2006/math">
                      <m:rad>
                        <m:radPr>
                          <m:degHide m:val="on"/>
                          <m:ctrlPr>
                            <a:rPr lang="en-IN" sz="1400" b="0" i="1" strike="noStrike" spc="-1" smtClean="0">
                              <a:solidFill>
                                <a:schemeClr val="tx2">
                                  <a:lumMod val="50000"/>
                                </a:schemeClr>
                              </a:solidFill>
                              <a:latin typeface="Cambria Math" panose="02040503050406030204" pitchFamily="18" charset="0"/>
                            </a:rPr>
                          </m:ctrlPr>
                        </m:radPr>
                        <m:deg/>
                        <m:e>
                          <m:d>
                            <m:dPr>
                              <m:ctrlPr>
                                <a:rPr lang="en-IN" sz="1400" b="0" i="1" strike="noStrike" spc="-1" smtClean="0">
                                  <a:solidFill>
                                    <a:schemeClr val="tx2">
                                      <a:lumMod val="50000"/>
                                    </a:schemeClr>
                                  </a:solidFill>
                                  <a:latin typeface="Cambria Math" panose="02040503050406030204" pitchFamily="18" charset="0"/>
                                </a:rPr>
                              </m:ctrlPr>
                            </m:dPr>
                            <m:e>
                              <m:sSubSup>
                                <m:sSubSupPr>
                                  <m:ctrlPr>
                                    <a:rPr lang="en-IN" sz="1400" b="0" i="1" strike="noStrike" spc="-1" smtClean="0">
                                      <a:solidFill>
                                        <a:schemeClr val="tx2">
                                          <a:lumMod val="50000"/>
                                        </a:schemeClr>
                                      </a:solidFill>
                                      <a:latin typeface="Cambria Math" panose="02040503050406030204" pitchFamily="18" charset="0"/>
                                    </a:rPr>
                                  </m:ctrlPr>
                                </m:sSubSupPr>
                                <m:e>
                                  <m:r>
                                    <a:rPr lang="en-IN" sz="1400" b="0" i="1" strike="noStrike" spc="-1" smtClean="0">
                                      <a:solidFill>
                                        <a:schemeClr val="tx2">
                                          <a:lumMod val="50000"/>
                                        </a:schemeClr>
                                      </a:solidFill>
                                      <a:latin typeface="Cambria Math" panose="02040503050406030204" pitchFamily="18" charset="0"/>
                                    </a:rPr>
                                    <m:t>𝐼</m:t>
                                  </m:r>
                                </m:e>
                                <m:sub>
                                  <m:r>
                                    <a:rPr lang="en-IN" sz="1400" b="0" i="1" strike="noStrike" spc="-1" smtClean="0">
                                      <a:solidFill>
                                        <a:schemeClr val="tx2">
                                          <a:lumMod val="50000"/>
                                        </a:schemeClr>
                                      </a:solidFill>
                                      <a:latin typeface="Cambria Math" panose="02040503050406030204" pitchFamily="18" charset="0"/>
                                    </a:rPr>
                                    <m:t>𝑥</m:t>
                                  </m:r>
                                </m:sub>
                                <m:sup>
                                  <m:r>
                                    <a:rPr lang="en-IN" sz="1400" b="0" i="1" strike="noStrike" spc="-1" smtClean="0">
                                      <a:solidFill>
                                        <a:schemeClr val="tx2">
                                          <a:lumMod val="50000"/>
                                        </a:schemeClr>
                                      </a:solidFill>
                                      <a:latin typeface="Cambria Math" panose="02040503050406030204" pitchFamily="18" charset="0"/>
                                    </a:rPr>
                                    <m:t>2</m:t>
                                  </m:r>
                                </m:sup>
                              </m:sSubSup>
                              <m:r>
                                <a:rPr lang="en-IN" sz="1400" b="0" i="1" strike="noStrike" spc="-1" smtClean="0">
                                  <a:solidFill>
                                    <a:schemeClr val="tx2">
                                      <a:lumMod val="50000"/>
                                    </a:schemeClr>
                                  </a:solidFill>
                                  <a:latin typeface="Cambria Math" panose="02040503050406030204" pitchFamily="18" charset="0"/>
                                </a:rPr>
                                <m:t>+</m:t>
                              </m:r>
                              <m:sSubSup>
                                <m:sSubSupPr>
                                  <m:ctrlPr>
                                    <a:rPr lang="en-IN" sz="1400" b="0" i="1" strike="noStrike" spc="-1" smtClean="0">
                                      <a:solidFill>
                                        <a:schemeClr val="tx2">
                                          <a:lumMod val="50000"/>
                                        </a:schemeClr>
                                      </a:solidFill>
                                      <a:latin typeface="Cambria Math" panose="02040503050406030204" pitchFamily="18" charset="0"/>
                                    </a:rPr>
                                  </m:ctrlPr>
                                </m:sSubSupPr>
                                <m:e>
                                  <m:r>
                                    <a:rPr lang="en-IN" sz="1400" b="0" i="1" strike="noStrike" spc="-1" smtClean="0">
                                      <a:solidFill>
                                        <a:schemeClr val="tx2">
                                          <a:lumMod val="50000"/>
                                        </a:schemeClr>
                                      </a:solidFill>
                                      <a:latin typeface="Cambria Math" panose="02040503050406030204" pitchFamily="18" charset="0"/>
                                    </a:rPr>
                                    <m:t>𝐼</m:t>
                                  </m:r>
                                </m:e>
                                <m:sub>
                                  <m:r>
                                    <a:rPr lang="en-IN" sz="1400" b="0" i="1" strike="noStrike" spc="-1" smtClean="0">
                                      <a:solidFill>
                                        <a:schemeClr val="tx2">
                                          <a:lumMod val="50000"/>
                                        </a:schemeClr>
                                      </a:solidFill>
                                      <a:latin typeface="Cambria Math" panose="02040503050406030204" pitchFamily="18" charset="0"/>
                                    </a:rPr>
                                    <m:t>𝑦</m:t>
                                  </m:r>
                                </m:sub>
                                <m:sup>
                                  <m:r>
                                    <a:rPr lang="en-IN" sz="1400" b="0" i="1" strike="noStrike" spc="-1" smtClean="0">
                                      <a:solidFill>
                                        <a:schemeClr val="tx2">
                                          <a:lumMod val="50000"/>
                                        </a:schemeClr>
                                      </a:solidFill>
                                      <a:latin typeface="Cambria Math" panose="02040503050406030204" pitchFamily="18" charset="0"/>
                                    </a:rPr>
                                    <m:t>2</m:t>
                                  </m:r>
                                </m:sup>
                              </m:sSubSup>
                            </m:e>
                          </m:d>
                        </m:e>
                      </m:rad>
                    </m:oMath>
                  </m:oMathPara>
                </a14:m>
                <a:endParaRPr lang="en-IN" sz="1400" b="0" i="1" strike="noStrike" spc="-1" dirty="0">
                  <a:solidFill>
                    <a:schemeClr val="tx2">
                      <a:lumMod val="50000"/>
                    </a:schemeClr>
                  </a:solidFill>
                  <a:latin typeface="Cambria Math" panose="02040503050406030204" pitchFamily="18" charset="0"/>
                </a:endParaRPr>
              </a:p>
              <a:p>
                <a:pPr indent="0" defTabSz="914400">
                  <a:lnSpc>
                    <a:spcPct val="115000"/>
                  </a:lnSpc>
                  <a:buNone/>
                  <a:tabLst>
                    <a:tab pos="0" algn="l"/>
                  </a:tabLst>
                </a:pPr>
                <a:r>
                  <a:rPr lang="en-IN" sz="1400" b="0" strike="noStrike" spc="-1" dirty="0">
                    <a:solidFill>
                      <a:schemeClr val="tx2">
                        <a:lumMod val="50000"/>
                      </a:schemeClr>
                    </a:solidFill>
                    <a:latin typeface="Cambria Math" panose="02040503050406030204" pitchFamily="18" charset="0"/>
                  </a:rPr>
                  <a:t>The above </a:t>
                </a:r>
                <a:r>
                  <a:rPr lang="en-IN" sz="1400" spc="-1" dirty="0">
                    <a:solidFill>
                      <a:schemeClr val="tx2">
                        <a:lumMod val="50000"/>
                      </a:schemeClr>
                    </a:solidFill>
                    <a:latin typeface="Cambria Math" panose="02040503050406030204" pitchFamily="18" charset="0"/>
                  </a:rPr>
                  <a:t>represent gradient magnitude at a pixel (x, y). This value is important to the Harris corner detector because corners are points where gradients change significantly in both direction</a:t>
                </a:r>
                <a:endParaRPr lang="en-IN" sz="1400" b="0" strike="noStrike" spc="-1" dirty="0">
                  <a:solidFill>
                    <a:schemeClr val="tx2">
                      <a:lumMod val="50000"/>
                    </a:schemeClr>
                  </a:solidFill>
                  <a:latin typeface="Cambria Math" panose="02040503050406030204" pitchFamily="18" charset="0"/>
                </a:endParaRPr>
              </a:p>
            </p:txBody>
          </p:sp>
        </mc:Choice>
        <mc:Fallback xmlns="">
          <p:sp>
            <p:nvSpPr>
              <p:cNvPr id="2" name="PlaceHolder 3">
                <a:extLst>
                  <a:ext uri="{FF2B5EF4-FFF2-40B4-BE49-F238E27FC236}">
                    <a16:creationId xmlns:a16="http://schemas.microsoft.com/office/drawing/2014/main" id="{8D643B8C-40C1-87B4-4538-93CC9A2D182A}"/>
                  </a:ext>
                </a:extLst>
              </p:cNvPr>
              <p:cNvSpPr>
                <a:spLocks noGrp="1" noRot="1" noChangeAspect="1" noMove="1" noResize="1" noEditPoints="1" noAdjustHandles="1" noChangeArrowheads="1" noChangeShapeType="1" noTextEdit="1"/>
              </p:cNvSpPr>
              <p:nvPr>
                <p:ph/>
              </p:nvPr>
            </p:nvSpPr>
            <p:spPr>
              <a:xfrm>
                <a:off x="311760" y="3270636"/>
                <a:ext cx="3999600" cy="1297764"/>
              </a:xfrm>
              <a:prstGeom prst="rect">
                <a:avLst/>
              </a:prstGeom>
              <a:blipFill>
                <a:blip r:embed="rId2"/>
                <a:stretch>
                  <a:fillRect l="-457" r="-1067" b="-28302"/>
                </a:stretch>
              </a:blipFill>
              <a:ln w="12600">
                <a:noFill/>
              </a:ln>
            </p:spPr>
            <p:txBody>
              <a:bodyPr/>
              <a:lstStyle/>
              <a:p>
                <a:r>
                  <a:rPr lang="en-IN">
                    <a:noFill/>
                  </a:rPr>
                  <a:t> </a:t>
                </a:r>
              </a:p>
            </p:txBody>
          </p:sp>
        </mc:Fallback>
      </mc:AlternateContent>
      <p:pic>
        <p:nvPicPr>
          <p:cNvPr id="4" name="Picture 3">
            <a:extLst>
              <a:ext uri="{FF2B5EF4-FFF2-40B4-BE49-F238E27FC236}">
                <a16:creationId xmlns:a16="http://schemas.microsoft.com/office/drawing/2014/main" id="{8D3B11B2-E384-1D09-3A5B-303327B3C961}"/>
              </a:ext>
            </a:extLst>
          </p:cNvPr>
          <p:cNvPicPr>
            <a:picLocks noChangeAspect="1"/>
          </p:cNvPicPr>
          <p:nvPr/>
        </p:nvPicPr>
        <p:blipFill>
          <a:blip r:embed="rId3"/>
          <a:stretch>
            <a:fillRect/>
          </a:stretch>
        </p:blipFill>
        <p:spPr>
          <a:xfrm>
            <a:off x="491588" y="1098865"/>
            <a:ext cx="3639944" cy="20902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dirty="0">
                <a:solidFill>
                  <a:srgbClr val="000000"/>
                </a:solidFill>
                <a:latin typeface="Arial"/>
                <a:ea typeface="Arial"/>
              </a:rPr>
              <a:t>Part 1: Harris corner detector</a:t>
            </a:r>
            <a:endParaRPr lang="en-US" sz="2300" b="0" strike="noStrike" spc="-1" dirty="0">
              <a:solidFill>
                <a:srgbClr val="000000"/>
              </a:solidFill>
              <a:latin typeface="Arial"/>
            </a:endParaRPr>
          </a:p>
        </p:txBody>
      </p:sp>
      <p:pic>
        <p:nvPicPr>
          <p:cNvPr id="8" name="Content Placeholder 7">
            <a:extLst>
              <a:ext uri="{FF2B5EF4-FFF2-40B4-BE49-F238E27FC236}">
                <a16:creationId xmlns:a16="http://schemas.microsoft.com/office/drawing/2014/main" id="{AFA6629A-806B-2CEB-45DA-58602CF6C3DF}"/>
              </a:ext>
            </a:extLst>
          </p:cNvPr>
          <p:cNvPicPr>
            <a:picLocks noGrp="1" noChangeAspect="1"/>
          </p:cNvPicPr>
          <p:nvPr>
            <p:ph/>
          </p:nvPr>
        </p:nvPicPr>
        <p:blipFill>
          <a:blip r:embed="rId2"/>
          <a:stretch>
            <a:fillRect/>
          </a:stretch>
        </p:blipFill>
        <p:spPr>
          <a:xfrm>
            <a:off x="242552" y="1052168"/>
            <a:ext cx="3429917" cy="1993832"/>
          </a:xfrm>
          <a:prstGeom prst="rect">
            <a:avLst/>
          </a:prstGeom>
          <a:noFill/>
          <a:ln w="12600">
            <a:noFill/>
          </a:ln>
        </p:spPr>
      </p:pic>
      <p:sp>
        <p:nvSpPr>
          <p:cNvPr id="2" name="PlaceHolder 3">
            <a:extLst>
              <a:ext uri="{FF2B5EF4-FFF2-40B4-BE49-F238E27FC236}">
                <a16:creationId xmlns:a16="http://schemas.microsoft.com/office/drawing/2014/main" id="{B71DF724-2630-E04C-580A-84095483401F}"/>
              </a:ext>
            </a:extLst>
          </p:cNvPr>
          <p:cNvSpPr>
            <a:spLocks noGrp="1"/>
          </p:cNvSpPr>
          <p:nvPr>
            <p:ph/>
          </p:nvPr>
        </p:nvSpPr>
        <p:spPr>
          <a:xfrm>
            <a:off x="311759" y="3270636"/>
            <a:ext cx="7953010" cy="1297764"/>
          </a:xfrm>
          <a:prstGeom prst="rect">
            <a:avLst/>
          </a:prstGeom>
          <a:noFill/>
          <a:ln w="12600">
            <a:noFill/>
          </a:ln>
        </p:spPr>
        <p:txBody>
          <a:bodyPr lIns="91440" tIns="91440" rIns="91440" bIns="91440" anchor="t">
            <a:normAutofit fontScale="92500" lnSpcReduction="20000"/>
          </a:bodyPr>
          <a:lstStyle/>
          <a:p>
            <a:r>
              <a:rPr lang="en-US" sz="1800" b="1" dirty="0"/>
              <a:t>Ix, </a:t>
            </a:r>
            <a:r>
              <a:rPr lang="en-US" sz="1800" b="1" dirty="0" err="1"/>
              <a:t>Iy</a:t>
            </a:r>
            <a:r>
              <a:rPr lang="en-US" sz="1800" b="1" dirty="0"/>
              <a:t>, </a:t>
            </a:r>
            <a:r>
              <a:rPr lang="en-US" sz="1800" b="1" dirty="0" err="1"/>
              <a:t>Sx</a:t>
            </a:r>
            <a:r>
              <a:rPr lang="en-US" sz="1800" b="1" dirty="0"/>
              <a:t>, Sy, </a:t>
            </a:r>
            <a:r>
              <a:rPr lang="en-US" sz="1800" b="1" dirty="0" err="1"/>
              <a:t>Sxy</a:t>
            </a:r>
            <a:r>
              <a:rPr lang="en-US" sz="1800" dirty="0"/>
              <a:t> measure how image intensity changes locally:</a:t>
            </a:r>
          </a:p>
          <a:p>
            <a:r>
              <a:rPr lang="en-US" sz="1800" b="1" dirty="0"/>
              <a:t>Ix, </a:t>
            </a:r>
            <a:r>
              <a:rPr lang="en-US" sz="1800" b="1" dirty="0" err="1"/>
              <a:t>Iy</a:t>
            </a:r>
            <a:r>
              <a:rPr lang="en-US" sz="1800" dirty="0"/>
              <a:t> – intensity changes along x and y directions</a:t>
            </a:r>
          </a:p>
          <a:p>
            <a:r>
              <a:rPr lang="en-US" sz="1800" b="1" dirty="0" err="1"/>
              <a:t>Sx</a:t>
            </a:r>
            <a:r>
              <a:rPr lang="en-US" sz="1800" b="1" dirty="0"/>
              <a:t> = Ix², Sy = Iy², </a:t>
            </a:r>
            <a:r>
              <a:rPr lang="en-US" sz="1800" b="1" dirty="0" err="1"/>
              <a:t>Sxy</a:t>
            </a:r>
            <a:r>
              <a:rPr lang="en-US" sz="1800" b="1" dirty="0"/>
              <a:t> = </a:t>
            </a:r>
            <a:r>
              <a:rPr lang="en-US" sz="1800" b="1" dirty="0" err="1"/>
              <a:t>Ix·Iy</a:t>
            </a:r>
            <a:r>
              <a:rPr lang="en-US" sz="1800" dirty="0"/>
              <a:t> – capture combined variations and correlations</a:t>
            </a:r>
          </a:p>
          <a:p>
            <a:endParaRPr lang="en-US" sz="1800" dirty="0"/>
          </a:p>
          <a:p>
            <a:r>
              <a:rPr lang="en-US" sz="1800" dirty="0"/>
              <a:t>These values are used to build the </a:t>
            </a:r>
            <a:r>
              <a:rPr lang="en-US" sz="1800" b="1" dirty="0"/>
              <a:t>structure tensor</a:t>
            </a:r>
            <a:r>
              <a:rPr lang="en-US" sz="1800" dirty="0"/>
              <a:t>, which identifies corners as points where intensity changes strongly in both directions</a:t>
            </a:r>
          </a:p>
        </p:txBody>
      </p:sp>
      <p:pic>
        <p:nvPicPr>
          <p:cNvPr id="10" name="Picture 9">
            <a:extLst>
              <a:ext uri="{FF2B5EF4-FFF2-40B4-BE49-F238E27FC236}">
                <a16:creationId xmlns:a16="http://schemas.microsoft.com/office/drawing/2014/main" id="{25EC25FD-BC04-D3B1-DE02-A64E7B8ED77B}"/>
              </a:ext>
            </a:extLst>
          </p:cNvPr>
          <p:cNvPicPr>
            <a:picLocks noChangeAspect="1"/>
          </p:cNvPicPr>
          <p:nvPr/>
        </p:nvPicPr>
        <p:blipFill>
          <a:blip r:embed="rId3"/>
          <a:stretch>
            <a:fillRect/>
          </a:stretch>
        </p:blipFill>
        <p:spPr>
          <a:xfrm>
            <a:off x="3883039" y="1099541"/>
            <a:ext cx="4948841" cy="19464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21848-77EB-58D7-2FEA-588A165F6373}"/>
            </a:ext>
          </a:extLst>
        </p:cNvPr>
        <p:cNvGrpSpPr/>
        <p:nvPr/>
      </p:nvGrpSpPr>
      <p:grpSpPr>
        <a:xfrm>
          <a:off x="0" y="0"/>
          <a:ext cx="0" cy="0"/>
          <a:chOff x="0" y="0"/>
          <a:chExt cx="0" cy="0"/>
        </a:xfrm>
      </p:grpSpPr>
      <p:sp>
        <p:nvSpPr>
          <p:cNvPr id="124" name="PlaceHolder 1">
            <a:extLst>
              <a:ext uri="{FF2B5EF4-FFF2-40B4-BE49-F238E27FC236}">
                <a16:creationId xmlns:a16="http://schemas.microsoft.com/office/drawing/2014/main" id="{0E9F6F42-076E-9F1D-8847-418275FEF803}"/>
              </a:ext>
            </a:extLst>
          </p:cNvPr>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dirty="0">
                <a:solidFill>
                  <a:srgbClr val="000000"/>
                </a:solidFill>
                <a:latin typeface="Arial"/>
                <a:ea typeface="Arial"/>
              </a:rPr>
              <a:t>Part 1: Harris corner detector</a:t>
            </a:r>
            <a:endParaRPr lang="en-US" sz="2300" b="0" strike="noStrike" spc="-1" dirty="0">
              <a:solidFill>
                <a:srgbClr val="000000"/>
              </a:solidFill>
              <a:latin typeface="Arial"/>
            </a:endParaRPr>
          </a:p>
        </p:txBody>
      </p:sp>
      <p:sp>
        <p:nvSpPr>
          <p:cNvPr id="125" name="PlaceHolder 2">
            <a:extLst>
              <a:ext uri="{FF2B5EF4-FFF2-40B4-BE49-F238E27FC236}">
                <a16:creationId xmlns:a16="http://schemas.microsoft.com/office/drawing/2014/main" id="{C04235BB-C888-2ECA-7F5A-F3A4975816A2}"/>
              </a:ext>
            </a:extLst>
          </p:cNvPr>
          <p:cNvSpPr>
            <a:spLocks noGrp="1"/>
          </p:cNvSpPr>
          <p:nvPr>
            <p:ph/>
          </p:nvPr>
        </p:nvSpPr>
        <p:spPr>
          <a:xfrm>
            <a:off x="311760" y="1152360"/>
            <a:ext cx="8520120" cy="3416040"/>
          </a:xfrm>
          <a:prstGeom prst="rect">
            <a:avLst/>
          </a:prstGeom>
          <a:noFill/>
          <a:ln w="12600">
            <a:noFill/>
          </a:ln>
        </p:spPr>
        <p:txBody>
          <a:bodyPr lIns="91440" tIns="91440" rIns="91440" bIns="91440" anchor="t">
            <a:noAutofit/>
          </a:bodyPr>
          <a:lstStyle/>
          <a:p>
            <a:r>
              <a:rPr lang="en-US" sz="1800" b="1" dirty="0"/>
              <a:t>Why we convolve with a Gaussian:</a:t>
            </a:r>
            <a:endParaRPr lang="en-US" sz="1800" dirty="0"/>
          </a:p>
          <a:p>
            <a:pPr marL="285750" indent="-285750">
              <a:buFont typeface="Arial" panose="020B0604020202020204" pitchFamily="34" charset="0"/>
              <a:buChar char="•"/>
            </a:pPr>
            <a:r>
              <a:rPr lang="en-US" sz="1800" dirty="0"/>
              <a:t>Smooths the image to </a:t>
            </a:r>
            <a:r>
              <a:rPr lang="en-US" sz="1800" b="1" dirty="0"/>
              <a:t>reduce the effect of noise</a:t>
            </a:r>
            <a:r>
              <a:rPr lang="en-US" sz="1800" dirty="0"/>
              <a:t>, which could otherwise create false corners</a:t>
            </a:r>
          </a:p>
          <a:p>
            <a:pPr marL="285750" indent="-285750">
              <a:buFont typeface="Arial" panose="020B0604020202020204" pitchFamily="34" charset="0"/>
              <a:buChar char="•"/>
            </a:pPr>
            <a:r>
              <a:rPr lang="en-US" sz="1800" dirty="0"/>
              <a:t>Aggregates gradient information over a </a:t>
            </a:r>
            <a:r>
              <a:rPr lang="en-US" sz="1800" b="1" dirty="0"/>
              <a:t>small neighborhood</a:t>
            </a:r>
            <a:r>
              <a:rPr lang="en-US" sz="1800" dirty="0"/>
              <a:t>, capturing consistent local intensity changes</a:t>
            </a:r>
          </a:p>
          <a:p>
            <a:pPr marL="285750" indent="-285750">
              <a:buFont typeface="Arial" panose="020B0604020202020204" pitchFamily="34" charset="0"/>
              <a:buChar char="•"/>
            </a:pPr>
            <a:r>
              <a:rPr lang="en-US" sz="1800" dirty="0"/>
              <a:t>Gives </a:t>
            </a:r>
            <a:r>
              <a:rPr lang="en-US" sz="1800" b="1" dirty="0"/>
              <a:t>more weight to pixels near the center</a:t>
            </a:r>
            <a:r>
              <a:rPr lang="en-US" sz="1800" dirty="0"/>
              <a:t>, preserving the local structure while still smoothing</a:t>
            </a:r>
          </a:p>
          <a:p>
            <a:pPr marL="285750" indent="-285750">
              <a:buFont typeface="Arial" panose="020B0604020202020204" pitchFamily="34" charset="0"/>
              <a:buChar char="•"/>
            </a:pPr>
            <a:r>
              <a:rPr lang="en-US" sz="1800" dirty="0"/>
              <a:t>Helps the Harris detector focus on </a:t>
            </a:r>
            <a:r>
              <a:rPr lang="en-US" sz="1800" b="1" dirty="0"/>
              <a:t>meaningful, stable corners</a:t>
            </a:r>
            <a:r>
              <a:rPr lang="en-US" sz="1800" dirty="0"/>
              <a:t> instead of tiny texture variations or random intensity spikes</a:t>
            </a:r>
          </a:p>
        </p:txBody>
      </p:sp>
    </p:spTree>
    <p:extLst>
      <p:ext uri="{BB962C8B-B14F-4D97-AF65-F5344CB8AC3E}">
        <p14:creationId xmlns:p14="http://schemas.microsoft.com/office/powerpoint/2010/main" val="3858591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dirty="0">
                <a:solidFill>
                  <a:srgbClr val="000000"/>
                </a:solidFill>
                <a:latin typeface="Arial"/>
                <a:ea typeface="Arial"/>
              </a:rPr>
              <a:t>Part 1: Harris corner detector</a:t>
            </a:r>
            <a:endParaRPr lang="en-US" sz="2300" b="0" strike="noStrike" spc="-1" dirty="0">
              <a:solidFill>
                <a:srgbClr val="000000"/>
              </a:solidFill>
              <a:latin typeface="Arial"/>
            </a:endParaRPr>
          </a:p>
        </p:txBody>
      </p:sp>
      <mc:AlternateContent xmlns:mc="http://schemas.openxmlformats.org/markup-compatibility/2006">
        <mc:Choice xmlns:a14="http://schemas.microsoft.com/office/drawing/2010/main" Requires="a14">
          <p:sp>
            <p:nvSpPr>
              <p:cNvPr id="128" name="PlaceHolder 3"/>
              <p:cNvSpPr>
                <a:spLocks noGrp="1"/>
              </p:cNvSpPr>
              <p:nvPr>
                <p:ph/>
              </p:nvPr>
            </p:nvSpPr>
            <p:spPr>
              <a:xfrm>
                <a:off x="4832280" y="1152360"/>
                <a:ext cx="399960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r>
                  <a:rPr lang="en-US" sz="1400" b="1" spc="-1" dirty="0">
                    <a:solidFill>
                      <a:schemeClr val="bg2"/>
                    </a:solidFill>
                    <a:latin typeface="Arial"/>
                  </a:rPr>
                  <a:t>Additive Shifts:</a:t>
                </a:r>
              </a:p>
              <a:p>
                <a:pPr marL="285750" indent="-285750" defTabSz="914400">
                  <a:lnSpc>
                    <a:spcPct val="115000"/>
                  </a:lnSpc>
                  <a:buFontTx/>
                  <a:buChar char="-"/>
                  <a:tabLst>
                    <a:tab pos="0" algn="l"/>
                  </a:tabLst>
                </a:pPr>
                <a:r>
                  <a:rPr lang="en-US" sz="1400" strike="noStrike" spc="-1" dirty="0">
                    <a:solidFill>
                      <a:schemeClr val="bg2"/>
                    </a:solidFill>
                    <a:latin typeface="Arial"/>
                  </a:rPr>
                  <a:t>Gradients are immune to additive shifts since they measure the </a:t>
                </a:r>
                <a:r>
                  <a:rPr lang="en-US" sz="1400" b="1" strike="noStrike" spc="-1" dirty="0">
                    <a:solidFill>
                      <a:schemeClr val="bg2"/>
                    </a:solidFill>
                    <a:latin typeface="Arial"/>
                  </a:rPr>
                  <a:t>difference between neighboring pixels </a:t>
                </a:r>
                <a:r>
                  <a:rPr lang="en-US" sz="1400" strike="noStrike" spc="-1" dirty="0">
                    <a:solidFill>
                      <a:schemeClr val="bg2"/>
                    </a:solidFill>
                    <a:latin typeface="Arial"/>
                  </a:rPr>
                  <a:t>so a uniform shift will cancel out</a:t>
                </a:r>
              </a:p>
              <a:p>
                <a:pPr defTabSz="914400">
                  <a:lnSpc>
                    <a:spcPct val="115000"/>
                  </a:lnSpc>
                  <a:tabLst>
                    <a:tab pos="0" algn="l"/>
                  </a:tabLst>
                </a:pPr>
                <a:endParaRPr lang="en-US" sz="1400" b="1" spc="-1" dirty="0">
                  <a:solidFill>
                    <a:schemeClr val="bg2"/>
                  </a:solidFill>
                  <a:latin typeface="Arial"/>
                </a:endParaRPr>
              </a:p>
              <a:p>
                <a:pPr defTabSz="914400">
                  <a:lnSpc>
                    <a:spcPct val="115000"/>
                  </a:lnSpc>
                  <a:tabLst>
                    <a:tab pos="0" algn="l"/>
                  </a:tabLst>
                </a:pPr>
                <a:r>
                  <a:rPr lang="en-US" sz="1400" b="1" spc="-1" dirty="0">
                    <a:solidFill>
                      <a:schemeClr val="bg2"/>
                    </a:solidFill>
                    <a:latin typeface="Arial"/>
                  </a:rPr>
                  <a:t>Multiplicative Gain:</a:t>
                </a:r>
              </a:p>
              <a:p>
                <a:pPr marL="285750" indent="-285750" defTabSz="914400">
                  <a:lnSpc>
                    <a:spcPct val="115000"/>
                  </a:lnSpc>
                  <a:buFontTx/>
                  <a:buChar char="-"/>
                  <a:tabLst>
                    <a:tab pos="0" algn="l"/>
                  </a:tabLst>
                </a:pPr>
                <a:r>
                  <a:rPr lang="en-US" sz="1400" spc="-1" dirty="0">
                    <a:solidFill>
                      <a:schemeClr val="bg2"/>
                    </a:solidFill>
                    <a:latin typeface="Arial"/>
                  </a:rPr>
                  <a:t>If we multiply all the pixels by a constant “k” then the gradients are scaled by “k”</a:t>
                </a:r>
              </a:p>
              <a:p>
                <a:pPr defTabSz="914400">
                  <a:lnSpc>
                    <a:spcPct val="115000"/>
                  </a:lnSpc>
                  <a:tabLst>
                    <a:tab pos="0" algn="l"/>
                  </a:tabLst>
                </a:pPr>
                <a14:m>
                  <m:oMathPara xmlns:m="http://schemas.openxmlformats.org/officeDocument/2006/math">
                    <m:oMathParaPr>
                      <m:jc m:val="centerGroup"/>
                    </m:oMathParaPr>
                    <m:oMath xmlns:m="http://schemas.openxmlformats.org/officeDocument/2006/math">
                      <m:sSubSup>
                        <m:sSubSupPr>
                          <m:ctrlPr>
                            <a:rPr lang="en-US" sz="1400" b="1" i="1" spc="-1" smtClean="0">
                              <a:solidFill>
                                <a:schemeClr val="bg2"/>
                              </a:solidFill>
                              <a:latin typeface="Cambria Math" panose="02040503050406030204" pitchFamily="18" charset="0"/>
                            </a:rPr>
                          </m:ctrlPr>
                        </m:sSubSupPr>
                        <m:e>
                          <m:r>
                            <a:rPr lang="en-US" sz="1400" b="1" i="1" spc="-1" smtClean="0">
                              <a:solidFill>
                                <a:schemeClr val="bg2"/>
                              </a:solidFill>
                              <a:latin typeface="Cambria Math" panose="02040503050406030204" pitchFamily="18" charset="0"/>
                            </a:rPr>
                            <m:t>𝑰</m:t>
                          </m:r>
                        </m:e>
                        <m:sub>
                          <m:r>
                            <a:rPr lang="en-US" sz="1400" b="1" i="1" spc="-1" smtClean="0">
                              <a:solidFill>
                                <a:schemeClr val="bg2"/>
                              </a:solidFill>
                              <a:latin typeface="Cambria Math" panose="02040503050406030204" pitchFamily="18" charset="0"/>
                            </a:rPr>
                            <m:t>𝒙</m:t>
                          </m:r>
                        </m:sub>
                        <m:sup>
                          <m:r>
                            <a:rPr lang="en-US" sz="1400" b="1" i="1" spc="-1" smtClean="0">
                              <a:solidFill>
                                <a:schemeClr val="bg2"/>
                              </a:solidFill>
                              <a:latin typeface="Cambria Math" panose="02040503050406030204" pitchFamily="18" charset="0"/>
                            </a:rPr>
                            <m:t>′</m:t>
                          </m:r>
                        </m:sup>
                      </m:sSubSup>
                      <m:r>
                        <a:rPr lang="en-US" sz="1400" b="1" i="1" spc="-1" smtClean="0">
                          <a:solidFill>
                            <a:schemeClr val="bg2"/>
                          </a:solidFill>
                          <a:latin typeface="Cambria Math" panose="02040503050406030204" pitchFamily="18" charset="0"/>
                        </a:rPr>
                        <m:t>=</m:t>
                      </m:r>
                      <m:f>
                        <m:fPr>
                          <m:ctrlPr>
                            <a:rPr lang="en-US" sz="1400" b="1" i="1" spc="-1" smtClean="0">
                              <a:solidFill>
                                <a:schemeClr val="bg2"/>
                              </a:solidFill>
                              <a:latin typeface="Cambria Math" panose="02040503050406030204" pitchFamily="18" charset="0"/>
                            </a:rPr>
                          </m:ctrlPr>
                        </m:fPr>
                        <m:num>
                          <m:r>
                            <a:rPr lang="en-US" sz="1400" b="1" i="1" spc="-1" smtClean="0">
                              <a:solidFill>
                                <a:schemeClr val="bg2"/>
                              </a:solidFill>
                              <a:latin typeface="Cambria Math" panose="02040503050406030204" pitchFamily="18" charset="0"/>
                            </a:rPr>
                            <m:t>𝝏</m:t>
                          </m:r>
                          <m:r>
                            <a:rPr lang="en-US" sz="1400" b="1" i="1" spc="-1" smtClean="0">
                              <a:solidFill>
                                <a:schemeClr val="bg2"/>
                              </a:solidFill>
                              <a:latin typeface="Cambria Math" panose="02040503050406030204" pitchFamily="18" charset="0"/>
                            </a:rPr>
                            <m:t>𝒌𝑰</m:t>
                          </m:r>
                        </m:num>
                        <m:den>
                          <m:r>
                            <a:rPr lang="en-US" sz="1400" b="1" i="1" spc="-1" smtClean="0">
                              <a:solidFill>
                                <a:schemeClr val="bg2"/>
                              </a:solidFill>
                              <a:latin typeface="Cambria Math" panose="02040503050406030204" pitchFamily="18" charset="0"/>
                            </a:rPr>
                            <m:t>𝝏</m:t>
                          </m:r>
                          <m:r>
                            <a:rPr lang="en-US" sz="1400" b="1" i="1" spc="-1" smtClean="0">
                              <a:solidFill>
                                <a:schemeClr val="bg2"/>
                              </a:solidFill>
                              <a:latin typeface="Cambria Math" panose="02040503050406030204" pitchFamily="18" charset="0"/>
                            </a:rPr>
                            <m:t>𝒙</m:t>
                          </m:r>
                        </m:den>
                      </m:f>
                      <m:r>
                        <a:rPr lang="en-US" sz="1400" b="1" i="1" spc="-1" smtClean="0">
                          <a:solidFill>
                            <a:schemeClr val="bg2"/>
                          </a:solidFill>
                          <a:latin typeface="Cambria Math" panose="02040503050406030204" pitchFamily="18" charset="0"/>
                        </a:rPr>
                        <m:t>=</m:t>
                      </m:r>
                      <m:r>
                        <a:rPr lang="en-US" sz="1400" b="1" i="1" spc="-1" smtClean="0">
                          <a:solidFill>
                            <a:schemeClr val="bg2"/>
                          </a:solidFill>
                          <a:latin typeface="Cambria Math" panose="02040503050406030204" pitchFamily="18" charset="0"/>
                        </a:rPr>
                        <m:t>𝒌</m:t>
                      </m:r>
                      <m:f>
                        <m:fPr>
                          <m:ctrlPr>
                            <a:rPr lang="en-US" sz="1400" b="1" i="1" spc="-1" smtClean="0">
                              <a:solidFill>
                                <a:schemeClr val="bg2"/>
                              </a:solidFill>
                              <a:latin typeface="Cambria Math" panose="02040503050406030204" pitchFamily="18" charset="0"/>
                            </a:rPr>
                          </m:ctrlPr>
                        </m:fPr>
                        <m:num>
                          <m:r>
                            <a:rPr lang="en-US" sz="1400" b="1" i="1" spc="-1" smtClean="0">
                              <a:solidFill>
                                <a:schemeClr val="bg2"/>
                              </a:solidFill>
                              <a:latin typeface="Cambria Math" panose="02040503050406030204" pitchFamily="18" charset="0"/>
                            </a:rPr>
                            <m:t>𝝏</m:t>
                          </m:r>
                          <m:r>
                            <a:rPr lang="en-US" sz="1400" b="1" i="1" spc="-1" smtClean="0">
                              <a:solidFill>
                                <a:schemeClr val="bg2"/>
                              </a:solidFill>
                              <a:latin typeface="Cambria Math" panose="02040503050406030204" pitchFamily="18" charset="0"/>
                            </a:rPr>
                            <m:t>𝑰</m:t>
                          </m:r>
                        </m:num>
                        <m:den>
                          <m:r>
                            <a:rPr lang="en-US" sz="1400" b="1" i="1" spc="-1" smtClean="0">
                              <a:solidFill>
                                <a:schemeClr val="bg2"/>
                              </a:solidFill>
                              <a:latin typeface="Cambria Math" panose="02040503050406030204" pitchFamily="18" charset="0"/>
                            </a:rPr>
                            <m:t>𝝏</m:t>
                          </m:r>
                          <m:r>
                            <a:rPr lang="en-US" sz="1400" b="1" i="1" spc="-1" smtClean="0">
                              <a:solidFill>
                                <a:schemeClr val="bg2"/>
                              </a:solidFill>
                              <a:latin typeface="Cambria Math" panose="02040503050406030204" pitchFamily="18" charset="0"/>
                            </a:rPr>
                            <m:t>𝒙</m:t>
                          </m:r>
                        </m:den>
                      </m:f>
                    </m:oMath>
                  </m:oMathPara>
                </a14:m>
                <a:endParaRPr lang="en-US" sz="1400" b="1" spc="-1" dirty="0">
                  <a:solidFill>
                    <a:schemeClr val="bg2"/>
                  </a:solidFill>
                  <a:latin typeface="Arial"/>
                </a:endParaRPr>
              </a:p>
              <a:p>
                <a:pPr defTabSz="914400">
                  <a:lnSpc>
                    <a:spcPct val="115000"/>
                  </a:lnSpc>
                  <a:tabLst>
                    <a:tab pos="0" algn="l"/>
                  </a:tabLst>
                </a:pPr>
                <a:r>
                  <a:rPr lang="en-US" sz="1400" b="1" spc="-1" dirty="0">
                    <a:solidFill>
                      <a:schemeClr val="bg2"/>
                    </a:solidFill>
                    <a:latin typeface="Arial"/>
                  </a:rPr>
                  <a:t>- </a:t>
                </a:r>
                <a:r>
                  <a:rPr lang="en-US" sz="1400" spc="-1" dirty="0">
                    <a:solidFill>
                      <a:schemeClr val="bg2"/>
                    </a:solidFill>
                    <a:latin typeface="Arial"/>
                  </a:rPr>
                  <a:t>Hence the gradient features are </a:t>
                </a:r>
                <a:r>
                  <a:rPr lang="en-US" sz="1400" b="1" spc="-1" dirty="0">
                    <a:solidFill>
                      <a:schemeClr val="bg2"/>
                    </a:solidFill>
                    <a:latin typeface="Arial"/>
                  </a:rPr>
                  <a:t>not invariant </a:t>
                </a:r>
                <a:r>
                  <a:rPr lang="en-US" sz="1400" spc="-1" dirty="0">
                    <a:solidFill>
                      <a:schemeClr val="bg2"/>
                    </a:solidFill>
                    <a:latin typeface="Arial"/>
                  </a:rPr>
                  <a:t>to multiplicative gain</a:t>
                </a:r>
                <a:endParaRPr lang="en-US" sz="1400" b="1" spc="-1" dirty="0">
                  <a:solidFill>
                    <a:schemeClr val="bg2"/>
                  </a:solidFill>
                  <a:latin typeface="Arial"/>
                </a:endParaRPr>
              </a:p>
            </p:txBody>
          </p:sp>
        </mc:Choice>
        <mc:Fallback>
          <p:sp>
            <p:nvSpPr>
              <p:cNvPr id="128" name="PlaceHolder 3"/>
              <p:cNvSpPr>
                <a:spLocks noGrp="1" noRot="1" noChangeAspect="1" noMove="1" noResize="1" noEditPoints="1" noAdjustHandles="1" noChangeArrowheads="1" noChangeShapeType="1" noTextEdit="1"/>
              </p:cNvSpPr>
              <p:nvPr>
                <p:ph/>
              </p:nvPr>
            </p:nvSpPr>
            <p:spPr>
              <a:xfrm>
                <a:off x="4832280" y="1152360"/>
                <a:ext cx="3999600" cy="3416040"/>
              </a:xfrm>
              <a:prstGeom prst="rect">
                <a:avLst/>
              </a:prstGeom>
              <a:blipFill>
                <a:blip r:embed="rId2"/>
                <a:stretch>
                  <a:fillRect l="-457" r="-457"/>
                </a:stretch>
              </a:blipFill>
              <a:ln w="12600">
                <a:noFill/>
              </a:ln>
            </p:spPr>
            <p:txBody>
              <a:bodyPr/>
              <a:lstStyle/>
              <a:p>
                <a:r>
                  <a:rPr lang="en-IN">
                    <a:noFill/>
                  </a:rPr>
                  <a:t> </a:t>
                </a:r>
              </a:p>
            </p:txBody>
          </p:sp>
        </mc:Fallback>
      </mc:AlternateContent>
      <p:pic>
        <p:nvPicPr>
          <p:cNvPr id="3" name="Picture 2">
            <a:extLst>
              <a:ext uri="{FF2B5EF4-FFF2-40B4-BE49-F238E27FC236}">
                <a16:creationId xmlns:a16="http://schemas.microsoft.com/office/drawing/2014/main" id="{D8880CCB-056D-6F6D-CA6B-CA3D119A027F}"/>
              </a:ext>
            </a:extLst>
          </p:cNvPr>
          <p:cNvPicPr>
            <a:picLocks noChangeAspect="1"/>
          </p:cNvPicPr>
          <p:nvPr/>
        </p:nvPicPr>
        <p:blipFill>
          <a:blip r:embed="rId3"/>
          <a:stretch>
            <a:fillRect/>
          </a:stretch>
        </p:blipFill>
        <p:spPr>
          <a:xfrm>
            <a:off x="796482" y="1017360"/>
            <a:ext cx="2779344" cy="34693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1: Harris corner detector</a:t>
            </a:r>
            <a:endParaRPr lang="en-US" sz="2300" b="0" strike="noStrike" spc="-1">
              <a:solidFill>
                <a:srgbClr val="000000"/>
              </a:solidFill>
              <a:latin typeface="Arial"/>
            </a:endParaRPr>
          </a:p>
        </p:txBody>
      </p:sp>
      <p:pic>
        <p:nvPicPr>
          <p:cNvPr id="5" name="Content Placeholder 4">
            <a:extLst>
              <a:ext uri="{FF2B5EF4-FFF2-40B4-BE49-F238E27FC236}">
                <a16:creationId xmlns:a16="http://schemas.microsoft.com/office/drawing/2014/main" id="{CB1E4336-CE2D-0A9B-7A31-6B3480424765}"/>
              </a:ext>
            </a:extLst>
          </p:cNvPr>
          <p:cNvPicPr>
            <a:picLocks noGrp="1" noChangeAspect="1"/>
          </p:cNvPicPr>
          <p:nvPr>
            <p:ph/>
          </p:nvPr>
        </p:nvPicPr>
        <p:blipFill>
          <a:blip r:embed="rId2"/>
          <a:stretch>
            <a:fillRect/>
          </a:stretch>
        </p:blipFill>
        <p:spPr>
          <a:xfrm>
            <a:off x="4685098" y="1891338"/>
            <a:ext cx="3998913" cy="1477756"/>
          </a:xfrm>
          <a:prstGeom prst="rect">
            <a:avLst/>
          </a:prstGeom>
          <a:noFill/>
          <a:ln w="12600">
            <a:noFill/>
          </a:ln>
        </p:spPr>
      </p:pic>
      <p:pic>
        <p:nvPicPr>
          <p:cNvPr id="3" name="Picture 2">
            <a:extLst>
              <a:ext uri="{FF2B5EF4-FFF2-40B4-BE49-F238E27FC236}">
                <a16:creationId xmlns:a16="http://schemas.microsoft.com/office/drawing/2014/main" id="{EDBF8214-34A2-0FA5-0D0B-B0F4676AAB26}"/>
              </a:ext>
            </a:extLst>
          </p:cNvPr>
          <p:cNvPicPr>
            <a:picLocks noChangeAspect="1"/>
          </p:cNvPicPr>
          <p:nvPr/>
        </p:nvPicPr>
        <p:blipFill>
          <a:blip r:embed="rId3"/>
          <a:stretch>
            <a:fillRect/>
          </a:stretch>
        </p:blipFill>
        <p:spPr>
          <a:xfrm>
            <a:off x="164216" y="1746327"/>
            <a:ext cx="4294688" cy="24019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1: Harris corner detector</a:t>
            </a:r>
            <a:endParaRPr lang="en-US" sz="2300" b="0" strike="noStrike" spc="-1">
              <a:solidFill>
                <a:srgbClr val="000000"/>
              </a:solidFill>
              <a:latin typeface="Arial"/>
            </a:endParaRPr>
          </a:p>
        </p:txBody>
      </p:sp>
      <p:sp>
        <p:nvSpPr>
          <p:cNvPr id="133" name="PlaceHolder 2"/>
          <p:cNvSpPr>
            <a:spLocks noGrp="1"/>
          </p:cNvSpPr>
          <p:nvPr>
            <p:ph/>
          </p:nvPr>
        </p:nvSpPr>
        <p:spPr>
          <a:xfrm>
            <a:off x="311760" y="1152360"/>
            <a:ext cx="399960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endParaRPr lang="en-US" sz="1400" b="0" strike="noStrike" spc="-1" dirty="0">
              <a:solidFill>
                <a:srgbClr val="585858"/>
              </a:solidFill>
              <a:latin typeface="Arial"/>
            </a:endParaRPr>
          </a:p>
        </p:txBody>
      </p:sp>
      <p:sp>
        <p:nvSpPr>
          <p:cNvPr id="134" name="PlaceHolder 3"/>
          <p:cNvSpPr>
            <a:spLocks noGrp="1"/>
          </p:cNvSpPr>
          <p:nvPr>
            <p:ph/>
          </p:nvPr>
        </p:nvSpPr>
        <p:spPr>
          <a:xfrm>
            <a:off x="4832280" y="1152360"/>
            <a:ext cx="399960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r>
              <a:rPr lang="en-US" sz="1400" b="1" strike="noStrike" spc="-1" dirty="0">
                <a:solidFill>
                  <a:srgbClr val="585858"/>
                </a:solidFill>
                <a:latin typeface="Arial"/>
              </a:rPr>
              <a:t>Disadvantages:</a:t>
            </a:r>
          </a:p>
          <a:p>
            <a:pPr marL="285750" indent="-285750" defTabSz="914400">
              <a:lnSpc>
                <a:spcPct val="115000"/>
              </a:lnSpc>
              <a:buFontTx/>
              <a:buChar char="-"/>
              <a:tabLst>
                <a:tab pos="0" algn="l"/>
              </a:tabLst>
            </a:pPr>
            <a:r>
              <a:rPr lang="en-US" sz="1400" spc="-1" dirty="0">
                <a:solidFill>
                  <a:srgbClr val="585858"/>
                </a:solidFill>
                <a:latin typeface="Arial"/>
              </a:rPr>
              <a:t>Dependent on window size and value of k. If the window is too large, we may miss corners if they are close together. If the window is too small, we may interpret noise as a corner</a:t>
            </a:r>
          </a:p>
          <a:p>
            <a:pPr defTabSz="914400">
              <a:lnSpc>
                <a:spcPct val="115000"/>
              </a:lnSpc>
              <a:tabLst>
                <a:tab pos="0" algn="l"/>
              </a:tabLst>
            </a:pPr>
            <a:r>
              <a:rPr lang="en-US" sz="1400" b="1" spc="-1" dirty="0">
                <a:solidFill>
                  <a:srgbClr val="585858"/>
                </a:solidFill>
                <a:latin typeface="Arial"/>
              </a:rPr>
              <a:t>Advantages:</a:t>
            </a:r>
          </a:p>
          <a:p>
            <a:pPr marL="285750" indent="-285750" defTabSz="914400">
              <a:lnSpc>
                <a:spcPct val="115000"/>
              </a:lnSpc>
              <a:buFontTx/>
              <a:buChar char="-"/>
              <a:tabLst>
                <a:tab pos="0" algn="l"/>
              </a:tabLst>
            </a:pPr>
            <a:r>
              <a:rPr lang="en-US" sz="1400" spc="-1" dirty="0">
                <a:solidFill>
                  <a:srgbClr val="585858"/>
                </a:solidFill>
                <a:latin typeface="Arial"/>
              </a:rPr>
              <a:t>It is simple to compute and </a:t>
            </a:r>
            <a:r>
              <a:rPr lang="en-US" sz="1400" spc="-1" dirty="0" err="1">
                <a:solidFill>
                  <a:srgbClr val="585858"/>
                </a:solidFill>
                <a:latin typeface="Arial"/>
              </a:rPr>
              <a:t>parallelise</a:t>
            </a:r>
            <a:r>
              <a:rPr lang="en-US" sz="1400" spc="-1" dirty="0">
                <a:solidFill>
                  <a:srgbClr val="585858"/>
                </a:solidFill>
                <a:latin typeface="Arial"/>
              </a:rPr>
              <a:t> on a GPU since patches are independent of each other</a:t>
            </a:r>
          </a:p>
          <a:p>
            <a:pPr marL="285750" indent="-285750" defTabSz="914400">
              <a:lnSpc>
                <a:spcPct val="115000"/>
              </a:lnSpc>
              <a:buFontTx/>
              <a:buChar char="-"/>
              <a:tabLst>
                <a:tab pos="0" algn="l"/>
              </a:tabLst>
            </a:pPr>
            <a:r>
              <a:rPr lang="en-US" sz="1400" spc="-1" dirty="0">
                <a:solidFill>
                  <a:srgbClr val="585858"/>
                </a:solidFill>
                <a:latin typeface="Arial"/>
              </a:rPr>
              <a:t>It works directly with the Harris corner detector feature map</a:t>
            </a:r>
          </a:p>
          <a:p>
            <a:pPr marL="285750" indent="-285750" defTabSz="914400">
              <a:lnSpc>
                <a:spcPct val="115000"/>
              </a:lnSpc>
              <a:buFontTx/>
              <a:buChar char="-"/>
              <a:tabLst>
                <a:tab pos="0" algn="l"/>
              </a:tabLst>
            </a:pPr>
            <a:endParaRPr lang="en-US" sz="1400" b="1" strike="noStrike" spc="-1" dirty="0">
              <a:solidFill>
                <a:schemeClr val="bg2"/>
              </a:solidFill>
              <a:latin typeface="Arial"/>
            </a:endParaRPr>
          </a:p>
        </p:txBody>
      </p:sp>
      <p:pic>
        <p:nvPicPr>
          <p:cNvPr id="3" name="Picture 2">
            <a:extLst>
              <a:ext uri="{FF2B5EF4-FFF2-40B4-BE49-F238E27FC236}">
                <a16:creationId xmlns:a16="http://schemas.microsoft.com/office/drawing/2014/main" id="{50C93044-E624-0C47-3C2B-ED08EC8079C5}"/>
              </a:ext>
            </a:extLst>
          </p:cNvPr>
          <p:cNvPicPr>
            <a:picLocks noChangeAspect="1"/>
          </p:cNvPicPr>
          <p:nvPr/>
        </p:nvPicPr>
        <p:blipFill>
          <a:blip r:embed="rId2"/>
          <a:stretch>
            <a:fillRect/>
          </a:stretch>
        </p:blipFill>
        <p:spPr>
          <a:xfrm>
            <a:off x="198644" y="2054960"/>
            <a:ext cx="4373356" cy="16472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2F989-521E-9E9C-B18A-557868C4F70B}"/>
            </a:ext>
          </a:extLst>
        </p:cNvPr>
        <p:cNvGrpSpPr/>
        <p:nvPr/>
      </p:nvGrpSpPr>
      <p:grpSpPr>
        <a:xfrm>
          <a:off x="0" y="0"/>
          <a:ext cx="0" cy="0"/>
          <a:chOff x="0" y="0"/>
          <a:chExt cx="0" cy="0"/>
        </a:xfrm>
      </p:grpSpPr>
      <p:sp>
        <p:nvSpPr>
          <p:cNvPr id="135" name="PlaceHolder 1">
            <a:extLst>
              <a:ext uri="{FF2B5EF4-FFF2-40B4-BE49-F238E27FC236}">
                <a16:creationId xmlns:a16="http://schemas.microsoft.com/office/drawing/2014/main" id="{DCDBB302-8198-85B4-F88B-9065DCAD4067}"/>
              </a:ext>
            </a:extLst>
          </p:cNvPr>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1: Harris corner detector</a:t>
            </a:r>
            <a:endParaRPr lang="en-US" sz="2300" b="0" strike="noStrike" spc="-1">
              <a:solidFill>
                <a:srgbClr val="000000"/>
              </a:solidFill>
              <a:latin typeface="Arial"/>
            </a:endParaRPr>
          </a:p>
        </p:txBody>
      </p:sp>
      <p:sp>
        <p:nvSpPr>
          <p:cNvPr id="5" name="PlaceHolder 2"/>
          <p:cNvSpPr>
            <a:spLocks noGrp="1"/>
          </p:cNvSpPr>
          <p:nvPr>
            <p:ph/>
          </p:nvPr>
        </p:nvSpPr>
        <p:spPr>
          <a:xfrm>
            <a:off x="311150" y="3276649"/>
            <a:ext cx="8520120" cy="1832919"/>
          </a:xfrm>
          <a:prstGeom prst="rect">
            <a:avLst/>
          </a:prstGeom>
          <a:noFill/>
          <a:ln w="12600">
            <a:noFill/>
          </a:ln>
        </p:spPr>
        <p:txBody>
          <a:bodyPr lIns="91440" tIns="91440" rIns="91440" bIns="91440" anchor="t">
            <a:noAutofit/>
          </a:bodyPr>
          <a:lstStyle/>
          <a:p>
            <a:pPr>
              <a:lnSpc>
                <a:spcPct val="115000"/>
              </a:lnSpc>
              <a:spcBef>
                <a:spcPts val="1599"/>
              </a:spcBef>
              <a:tabLst>
                <a:tab pos="0" algn="l"/>
              </a:tabLst>
            </a:pPr>
            <a:r>
              <a:rPr lang="en-US" sz="1800" dirty="0"/>
              <a:t>The Harris detector measures how intensity changes in different directions. The structure tensor has two eigenvalues that capture variation along two perpendicular directions. If both eigenvalues are large, the region has strong changes in two directions and is a corner. If only one is large, it is an edge, and if both are small, it is a flat region.</a:t>
            </a:r>
            <a:endParaRPr lang="en-US" sz="1800" b="0" strike="noStrike" spc="-1" dirty="0">
              <a:solidFill>
                <a:schemeClr val="bg2"/>
              </a:solidFill>
              <a:latin typeface="Arial"/>
            </a:endParaRPr>
          </a:p>
        </p:txBody>
      </p:sp>
      <p:sp>
        <p:nvSpPr>
          <p:cNvPr id="4" name="Rectangle 2">
            <a:extLst>
              <a:ext uri="{FF2B5EF4-FFF2-40B4-BE49-F238E27FC236}">
                <a16:creationId xmlns:a16="http://schemas.microsoft.com/office/drawing/2014/main" id="{7B5BA3F4-C30C-3942-EC30-EF82A994CBC7}"/>
              </a:ext>
            </a:extLst>
          </p:cNvPr>
          <p:cNvSpPr>
            <a:spLocks noGrp="1" noChangeArrowheads="1"/>
          </p:cNvSpPr>
          <p:nvPr>
            <p:ph/>
          </p:nvPr>
        </p:nvSpPr>
        <p:spPr bwMode="auto">
          <a:xfrm>
            <a:off x="311150" y="968325"/>
            <a:ext cx="871390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det(A)</a:t>
            </a:r>
            <a:r>
              <a:rPr kumimoji="0" lang="en-US" altLang="en-US" sz="1800" b="0" i="0" u="none" strike="noStrike" cap="none" normalizeH="0" baseline="0" dirty="0">
                <a:ln>
                  <a:noFill/>
                </a:ln>
                <a:solidFill>
                  <a:schemeClr val="tx1"/>
                </a:solidFill>
                <a:effectLst/>
                <a:latin typeface="Arial" panose="020B0604020202020204" pitchFamily="34" charset="0"/>
              </a:rPr>
              <a:t> measures how much intensity changes in </a:t>
            </a:r>
            <a:r>
              <a:rPr kumimoji="0" lang="en-US" altLang="en-US" sz="1800" b="1" i="0" u="none" strike="noStrike" cap="none" normalizeH="0" baseline="0" dirty="0">
                <a:ln>
                  <a:noFill/>
                </a:ln>
                <a:solidFill>
                  <a:schemeClr val="tx1"/>
                </a:solidFill>
                <a:effectLst/>
                <a:latin typeface="Arial" panose="020B0604020202020204" pitchFamily="34" charset="0"/>
              </a:rPr>
              <a:t>both directions</a:t>
            </a:r>
            <a:r>
              <a:rPr kumimoji="0" lang="en-US" altLang="en-US" sz="1800" b="0" i="0" u="none" strike="noStrike" cap="none" normalizeH="0" baseline="0" dirty="0">
                <a:ln>
                  <a:noFill/>
                </a:ln>
                <a:solidFill>
                  <a:schemeClr val="tx1"/>
                </a:solidFill>
                <a:effectLst/>
                <a:latin typeface="Arial" panose="020B0604020202020204" pitchFamily="34" charset="0"/>
              </a:rPr>
              <a:t> – high for corners.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trace(A)</a:t>
            </a:r>
            <a:r>
              <a:rPr kumimoji="0" lang="en-US" altLang="en-US" sz="1800" b="0" i="0" u="none" strike="noStrike" cap="none" normalizeH="0" baseline="0" dirty="0">
                <a:ln>
                  <a:noFill/>
                </a:ln>
                <a:solidFill>
                  <a:schemeClr val="tx1"/>
                </a:solidFill>
                <a:effectLst/>
                <a:latin typeface="Arial" panose="020B0604020202020204" pitchFamily="34" charset="0"/>
              </a:rPr>
              <a:t> is the sum of intensity changes along x and y – large if there’s strong change in at least one direction (edge or corner).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 = det(A) − α·trace²</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Rewards points with strong variation in both directions </a:t>
            </a:r>
            <a:r>
              <a:rPr kumimoji="0" lang="en-US" altLang="en-US" sz="1800" b="0" i="0" u="none" strike="noStrike" cap="none" normalizeH="0" baseline="0" dirty="0">
                <a:ln>
                  <a:noFill/>
                </a:ln>
                <a:solidFill>
                  <a:schemeClr val="tx1"/>
                </a:solidFill>
                <a:effectLst/>
                <a:latin typeface="Arial" panose="020B0604020202020204" pitchFamily="34" charset="0"/>
                <a:sym typeface="Wingdings" panose="05000000000000000000" pitchFamily="2" charset="2"/>
              </a:rPr>
              <a:t></a:t>
            </a:r>
            <a:r>
              <a:rPr kumimoji="0" lang="en-US" altLang="en-US" sz="1800" b="1" i="0" u="none" strike="noStrike" cap="none" normalizeH="0" baseline="0" dirty="0">
                <a:ln>
                  <a:noFill/>
                </a:ln>
                <a:solidFill>
                  <a:schemeClr val="tx1"/>
                </a:solidFill>
                <a:effectLst/>
                <a:latin typeface="Arial" panose="020B0604020202020204" pitchFamily="34" charset="0"/>
              </a:rPr>
              <a:t>true corners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Penalizes points with strong change in only one direction </a:t>
            </a:r>
            <a:r>
              <a:rPr kumimoji="0" lang="en-US" altLang="en-US" sz="1800" b="0" i="0" u="none" strike="noStrike" cap="none" normalizeH="0" baseline="0" dirty="0">
                <a:ln>
                  <a:noFill/>
                </a:ln>
                <a:solidFill>
                  <a:schemeClr val="tx1"/>
                </a:solidFill>
                <a:effectLst/>
                <a:latin typeface="Arial" panose="020B0604020202020204" pitchFamily="34" charset="0"/>
                <a:sym typeface="Wingdings" panose="05000000000000000000" pitchFamily="2" charset="2"/>
              </a:rPr>
              <a:t></a:t>
            </a:r>
            <a:r>
              <a:rPr kumimoji="0" lang="en-US" altLang="en-US" sz="1800" b="1" i="0" u="none" strike="noStrike" cap="none" normalizeH="0" baseline="0" dirty="0">
                <a:ln>
                  <a:noFill/>
                </a:ln>
                <a:solidFill>
                  <a:schemeClr val="tx1"/>
                </a:solidFill>
                <a:effectLst/>
                <a:latin typeface="Arial" panose="020B0604020202020204" pitchFamily="34" charset="0"/>
              </a:rPr>
              <a:t>edges</a:t>
            </a:r>
            <a:r>
              <a:rPr kumimoji="0" lang="en-US" altLang="en-US" sz="1800" b="0" i="0" u="none" strike="noStrike" cap="none" normalizeH="0" baseline="0" dirty="0">
                <a:ln>
                  <a:noFill/>
                </a:ln>
                <a:solidFill>
                  <a:schemeClr val="tx1"/>
                </a:solidFill>
                <a:effectLst/>
                <a:latin typeface="Arial" panose="020B0604020202020204" pitchFamily="34" charset="0"/>
              </a:rPr>
              <a:t> or flat regions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 R </a:t>
            </a:r>
            <a:r>
              <a:rPr kumimoji="0" lang="en-US" altLang="en-US" sz="1800" b="0" i="0" u="none" strike="noStrike" cap="none" normalizeH="0" baseline="0" dirty="0">
                <a:ln>
                  <a:noFill/>
                </a:ln>
                <a:solidFill>
                  <a:schemeClr val="tx1"/>
                </a:solidFill>
                <a:effectLst/>
                <a:latin typeface="Arial" panose="020B0604020202020204" pitchFamily="34" charset="0"/>
                <a:sym typeface="Wingdings" panose="05000000000000000000" pitchFamily="2" charset="2"/>
              </a:rPr>
              <a:t></a:t>
            </a:r>
            <a:r>
              <a:rPr kumimoji="0" lang="en-US" altLang="en-US" sz="1800" b="1" i="0" u="none" strike="noStrike" cap="none" normalizeH="0" baseline="0" dirty="0">
                <a:ln>
                  <a:noFill/>
                </a:ln>
                <a:solidFill>
                  <a:schemeClr val="tx1"/>
                </a:solidFill>
                <a:effectLst/>
                <a:latin typeface="Arial" panose="020B0604020202020204" pitchFamily="34" charset="0"/>
              </a:rPr>
              <a:t>corner</a:t>
            </a:r>
            <a:r>
              <a:rPr kumimoji="0" lang="en-US" altLang="en-US" sz="1800" b="0" i="0" u="none" strike="noStrike" cap="none" normalizeH="0" baseline="0" dirty="0">
                <a:ln>
                  <a:noFill/>
                </a:ln>
                <a:solidFill>
                  <a:schemeClr val="tx1"/>
                </a:solidFill>
                <a:effectLst/>
                <a:latin typeface="Arial" panose="020B0604020202020204" pitchFamily="34" charset="0"/>
              </a:rPr>
              <a:t>, Low/negative R </a:t>
            </a:r>
            <a:r>
              <a:rPr kumimoji="0" lang="en-US" altLang="en-US" sz="1800" b="0" i="0" u="none" strike="noStrike" cap="none" normalizeH="0" baseline="0" dirty="0">
                <a:ln>
                  <a:noFill/>
                </a:ln>
                <a:solidFill>
                  <a:schemeClr val="tx1"/>
                </a:solidFill>
                <a:effectLst/>
                <a:latin typeface="Arial" panose="020B0604020202020204" pitchFamily="34" charset="0"/>
                <a:sym typeface="Wingdings" panose="05000000000000000000" pitchFamily="2" charset="2"/>
              </a:rPr>
              <a:t></a:t>
            </a:r>
            <a:r>
              <a:rPr kumimoji="0" lang="en-US" altLang="en-US" sz="1800" b="1" i="0" u="none" strike="noStrike" cap="none" normalizeH="0" baseline="0" dirty="0">
                <a:ln>
                  <a:noFill/>
                </a:ln>
                <a:solidFill>
                  <a:schemeClr val="tx1"/>
                </a:solidFill>
                <a:effectLst/>
                <a:latin typeface="Arial" panose="020B0604020202020204" pitchFamily="34" charset="0"/>
              </a:rPr>
              <a:t>edge or flat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4294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2: Normalized patch feature descriptor</a:t>
            </a:r>
            <a:endParaRPr lang="en-US" sz="2300" b="0" strike="noStrike" spc="-1">
              <a:solidFill>
                <a:srgbClr val="000000"/>
              </a:solidFill>
              <a:latin typeface="Arial"/>
            </a:endParaRPr>
          </a:p>
        </p:txBody>
      </p:sp>
      <p:sp>
        <p:nvSpPr>
          <p:cNvPr id="139" name="PlaceHolder 3"/>
          <p:cNvSpPr>
            <a:spLocks noGrp="1"/>
          </p:cNvSpPr>
          <p:nvPr>
            <p:ph/>
          </p:nvPr>
        </p:nvSpPr>
        <p:spPr>
          <a:xfrm>
            <a:off x="4832280" y="1152360"/>
            <a:ext cx="399960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r>
              <a:rPr lang="en-US" sz="1400" b="0" strike="noStrike" spc="-1" dirty="0">
                <a:solidFill>
                  <a:srgbClr val="585858"/>
                </a:solidFill>
                <a:latin typeface="Arial"/>
              </a:rPr>
              <a:t>Normalized patches are not very good feature descriptors because they are fragile. Even small shifts or misalignments in the image can change the patch a lot, making matches unreliable. They are also sensitive to illumination changes and noise, and they do not handle differences in scale or rotation. Since they rely on raw pixel values, they fail to capture higher-level structure needed for robust matching.</a:t>
            </a:r>
          </a:p>
        </p:txBody>
      </p:sp>
      <p:pic>
        <p:nvPicPr>
          <p:cNvPr id="3" name="Picture 2">
            <a:extLst>
              <a:ext uri="{FF2B5EF4-FFF2-40B4-BE49-F238E27FC236}">
                <a16:creationId xmlns:a16="http://schemas.microsoft.com/office/drawing/2014/main" id="{A409113F-F6B7-203C-0F46-809B070148AB}"/>
              </a:ext>
            </a:extLst>
          </p:cNvPr>
          <p:cNvPicPr>
            <a:picLocks noChangeAspect="1"/>
          </p:cNvPicPr>
          <p:nvPr/>
        </p:nvPicPr>
        <p:blipFill>
          <a:blip r:embed="rId2"/>
          <a:stretch>
            <a:fillRect/>
          </a:stretch>
        </p:blipFill>
        <p:spPr>
          <a:xfrm>
            <a:off x="311760" y="1017360"/>
            <a:ext cx="3495969" cy="388164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2: Feature matching</a:t>
            </a:r>
            <a:endParaRPr lang="en-US" sz="2300" b="0" strike="noStrike" spc="-1">
              <a:solidFill>
                <a:srgbClr val="000000"/>
              </a:solidFill>
              <a:latin typeface="Arial"/>
            </a:endParaRPr>
          </a:p>
        </p:txBody>
      </p:sp>
      <p:sp>
        <p:nvSpPr>
          <p:cNvPr id="141" name="PlaceHolder 2"/>
          <p:cNvSpPr>
            <a:spLocks noGrp="1"/>
          </p:cNvSpPr>
          <p:nvPr>
            <p:ph/>
          </p:nvPr>
        </p:nvSpPr>
        <p:spPr>
          <a:xfrm>
            <a:off x="311760" y="1152360"/>
            <a:ext cx="399960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r>
              <a:rPr lang="en-US" sz="1400" b="0" strike="noStrike" spc="-1" dirty="0">
                <a:solidFill>
                  <a:srgbClr val="585858"/>
                </a:solidFill>
                <a:latin typeface="Arial"/>
                <a:ea typeface="Arial"/>
              </a:rPr>
              <a:t>[insert visualization of matches (with green/red lines for correct/incorrect correspondences) for Notre Dame image pair from proj2.ipynb here</a:t>
            </a:r>
            <a:r>
              <a:rPr lang="en-US" sz="1400" spc="-1" dirty="0">
                <a:solidFill>
                  <a:srgbClr val="585858"/>
                </a:solidFill>
                <a:latin typeface="Arial"/>
                <a:ea typeface="Arial"/>
              </a:rPr>
              <a:t>]</a:t>
            </a: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r>
              <a:rPr lang="en-US" sz="1400" b="0" strike="noStrike" spc="-1" dirty="0">
                <a:solidFill>
                  <a:srgbClr val="585858"/>
                </a:solidFill>
                <a:latin typeface="Arial"/>
                <a:ea typeface="Arial"/>
              </a:rPr>
              <a:t># matches (out of 100): 107</a:t>
            </a:r>
            <a:endParaRPr lang="en-US" sz="1400" b="0" strike="noStrike" spc="-1" dirty="0">
              <a:solidFill>
                <a:srgbClr val="585858"/>
              </a:solidFill>
              <a:latin typeface="Arial"/>
            </a:endParaRPr>
          </a:p>
          <a:p>
            <a:pPr indent="0" defTabSz="914400">
              <a:lnSpc>
                <a:spcPct val="115000"/>
              </a:lnSpc>
              <a:buNone/>
              <a:tabLst>
                <a:tab pos="0" algn="l"/>
              </a:tabLst>
            </a:pPr>
            <a:r>
              <a:rPr lang="en-US" sz="1400" b="0" strike="noStrike" spc="-1" dirty="0">
                <a:solidFill>
                  <a:srgbClr val="585858"/>
                </a:solidFill>
                <a:latin typeface="Arial"/>
                <a:ea typeface="Arial"/>
              </a:rPr>
              <a:t>Accuracy: 0.766</a:t>
            </a:r>
            <a:endParaRPr lang="en-US" sz="1400" b="0" strike="noStrike" spc="-1" dirty="0">
              <a:solidFill>
                <a:srgbClr val="585858"/>
              </a:solidFill>
              <a:latin typeface="Arial"/>
            </a:endParaRPr>
          </a:p>
        </p:txBody>
      </p:sp>
      <p:sp>
        <p:nvSpPr>
          <p:cNvPr id="142" name="PlaceHolder 3"/>
          <p:cNvSpPr>
            <a:spLocks noGrp="1"/>
          </p:cNvSpPr>
          <p:nvPr>
            <p:ph/>
          </p:nvPr>
        </p:nvSpPr>
        <p:spPr>
          <a:xfrm>
            <a:off x="4832280" y="1152360"/>
            <a:ext cx="409613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r>
              <a:rPr lang="en-US" sz="1400" b="0" strike="noStrike" spc="-1" dirty="0">
                <a:solidFill>
                  <a:srgbClr val="585858"/>
                </a:solidFill>
                <a:latin typeface="Arial"/>
                <a:ea typeface="Arial"/>
              </a:rPr>
              <a:t># matches: 107</a:t>
            </a:r>
            <a:endParaRPr lang="en-US" sz="1400" b="0" strike="noStrike" spc="-1" dirty="0">
              <a:solidFill>
                <a:srgbClr val="585858"/>
              </a:solidFill>
              <a:latin typeface="Arial"/>
            </a:endParaRPr>
          </a:p>
          <a:p>
            <a:pPr indent="0" defTabSz="914400">
              <a:lnSpc>
                <a:spcPct val="115000"/>
              </a:lnSpc>
              <a:buNone/>
              <a:tabLst>
                <a:tab pos="0" algn="l"/>
              </a:tabLst>
            </a:pPr>
            <a:r>
              <a:rPr lang="en-US" sz="1400" b="0" strike="noStrike" spc="-1" dirty="0">
                <a:solidFill>
                  <a:srgbClr val="585858"/>
                </a:solidFill>
                <a:latin typeface="Arial"/>
                <a:ea typeface="Arial"/>
              </a:rPr>
              <a:t>Accuracy: 0.729</a:t>
            </a:r>
            <a:endParaRPr lang="en-US" sz="1400" b="0" strike="noStrike" spc="-1" dirty="0">
              <a:solidFill>
                <a:srgbClr val="585858"/>
              </a:solidFill>
              <a:latin typeface="Arial"/>
            </a:endParaRPr>
          </a:p>
        </p:txBody>
      </p:sp>
      <p:pic>
        <p:nvPicPr>
          <p:cNvPr id="3" name="Picture 2">
            <a:extLst>
              <a:ext uri="{FF2B5EF4-FFF2-40B4-BE49-F238E27FC236}">
                <a16:creationId xmlns:a16="http://schemas.microsoft.com/office/drawing/2014/main" id="{A76C9FE4-7A9D-9F15-724C-097D2F27C291}"/>
              </a:ext>
            </a:extLst>
          </p:cNvPr>
          <p:cNvPicPr>
            <a:picLocks noChangeAspect="1"/>
          </p:cNvPicPr>
          <p:nvPr/>
        </p:nvPicPr>
        <p:blipFill>
          <a:blip r:embed="rId2"/>
          <a:stretch>
            <a:fillRect/>
          </a:stretch>
        </p:blipFill>
        <p:spPr>
          <a:xfrm>
            <a:off x="345400" y="1223323"/>
            <a:ext cx="3965960" cy="2696853"/>
          </a:xfrm>
          <a:prstGeom prst="rect">
            <a:avLst/>
          </a:prstGeom>
        </p:spPr>
      </p:pic>
      <p:pic>
        <p:nvPicPr>
          <p:cNvPr id="5" name="Picture 4">
            <a:extLst>
              <a:ext uri="{FF2B5EF4-FFF2-40B4-BE49-F238E27FC236}">
                <a16:creationId xmlns:a16="http://schemas.microsoft.com/office/drawing/2014/main" id="{18FF6301-BCDB-2BAC-F9EA-39317BA97E37}"/>
              </a:ext>
            </a:extLst>
          </p:cNvPr>
          <p:cNvPicPr>
            <a:picLocks noChangeAspect="1"/>
          </p:cNvPicPr>
          <p:nvPr/>
        </p:nvPicPr>
        <p:blipFill>
          <a:blip r:embed="rId3"/>
          <a:stretch>
            <a:fillRect/>
          </a:stretch>
        </p:blipFill>
        <p:spPr>
          <a:xfrm>
            <a:off x="4450214" y="1338147"/>
            <a:ext cx="4497402" cy="19105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2: Feature matching</a:t>
            </a:r>
            <a:endParaRPr lang="en-US" sz="2300" b="0" strike="noStrike" spc="-1">
              <a:solidFill>
                <a:srgbClr val="000000"/>
              </a:solidFill>
              <a:latin typeface="Arial"/>
            </a:endParaRPr>
          </a:p>
        </p:txBody>
      </p:sp>
      <p:sp>
        <p:nvSpPr>
          <p:cNvPr id="144" name="PlaceHolder 2"/>
          <p:cNvSpPr>
            <a:spLocks noGrp="1"/>
          </p:cNvSpPr>
          <p:nvPr>
            <p:ph/>
          </p:nvPr>
        </p:nvSpPr>
        <p:spPr>
          <a:xfrm>
            <a:off x="311760" y="1152360"/>
            <a:ext cx="399960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r>
              <a:rPr lang="en-US" sz="1400" b="0" strike="noStrike" spc="-1" dirty="0">
                <a:solidFill>
                  <a:srgbClr val="585858"/>
                </a:solidFill>
                <a:latin typeface="Arial"/>
                <a:ea typeface="Arial"/>
              </a:rPr>
              <a:t># matches: 12</a:t>
            </a:r>
            <a:endParaRPr lang="en-US" sz="1400" b="0" strike="noStrike" spc="-1" dirty="0">
              <a:solidFill>
                <a:srgbClr val="585858"/>
              </a:solidFill>
              <a:latin typeface="Arial"/>
            </a:endParaRPr>
          </a:p>
          <a:p>
            <a:pPr indent="0" defTabSz="914400">
              <a:lnSpc>
                <a:spcPct val="115000"/>
              </a:lnSpc>
              <a:buNone/>
              <a:tabLst>
                <a:tab pos="0" algn="l"/>
              </a:tabLst>
            </a:pPr>
            <a:r>
              <a:rPr lang="en-US" sz="1400" b="0" strike="noStrike" spc="-1" dirty="0">
                <a:solidFill>
                  <a:srgbClr val="585858"/>
                </a:solidFill>
                <a:latin typeface="Arial"/>
                <a:ea typeface="Arial"/>
              </a:rPr>
              <a:t>Accuracy: 0.00</a:t>
            </a:r>
            <a:endParaRPr lang="en-US" sz="1400" b="0" strike="noStrike" spc="-1" dirty="0">
              <a:solidFill>
                <a:srgbClr val="585858"/>
              </a:solidFill>
              <a:latin typeface="Arial"/>
            </a:endParaRPr>
          </a:p>
        </p:txBody>
      </p:sp>
      <p:sp>
        <p:nvSpPr>
          <p:cNvPr id="145" name="PlaceHolder 3"/>
          <p:cNvSpPr>
            <a:spLocks noGrp="1"/>
          </p:cNvSpPr>
          <p:nvPr>
            <p:ph/>
          </p:nvPr>
        </p:nvSpPr>
        <p:spPr>
          <a:xfrm>
            <a:off x="4832280" y="1152360"/>
            <a:ext cx="3999600" cy="3416040"/>
          </a:xfrm>
          <a:prstGeom prst="rect">
            <a:avLst/>
          </a:prstGeom>
          <a:noFill/>
          <a:ln w="12600">
            <a:noFill/>
          </a:ln>
        </p:spPr>
        <p:txBody>
          <a:bodyPr lIns="91440" tIns="91440" rIns="91440" bIns="91440" anchor="t">
            <a:noAutofit/>
          </a:bodyPr>
          <a:lstStyle/>
          <a:p>
            <a:pPr>
              <a:lnSpc>
                <a:spcPct val="115000"/>
              </a:lnSpc>
              <a:tabLst>
                <a:tab pos="0" algn="l"/>
              </a:tabLst>
            </a:pPr>
            <a:r>
              <a:rPr lang="en-US" sz="1400" b="0" strike="noStrike" spc="-1" dirty="0">
                <a:solidFill>
                  <a:schemeClr val="tx2">
                    <a:lumMod val="50000"/>
                  </a:schemeClr>
                </a:solidFill>
                <a:latin typeface="Arial"/>
                <a:ea typeface="Arial"/>
              </a:rPr>
              <a:t>The function applies the ratio test to filter matches by comparing the closest and second-closest feature distances. A match is kept only if the best match is much stronger than the second-best, reducing ambiguity. </a:t>
            </a:r>
          </a:p>
          <a:p>
            <a:pPr>
              <a:lnSpc>
                <a:spcPct val="115000"/>
              </a:lnSpc>
              <a:tabLst>
                <a:tab pos="0" algn="l"/>
              </a:tabLst>
            </a:pPr>
            <a:endParaRPr lang="en-US" sz="1400" spc="-1" dirty="0">
              <a:solidFill>
                <a:schemeClr val="tx2">
                  <a:lumMod val="50000"/>
                </a:schemeClr>
              </a:solidFill>
              <a:latin typeface="Arial"/>
              <a:ea typeface="Arial"/>
            </a:endParaRPr>
          </a:p>
          <a:p>
            <a:pPr>
              <a:lnSpc>
                <a:spcPct val="115000"/>
              </a:lnSpc>
              <a:tabLst>
                <a:tab pos="0" algn="l"/>
              </a:tabLst>
            </a:pPr>
            <a:r>
              <a:rPr lang="en-US" sz="1400" b="0" strike="noStrike" spc="-1" dirty="0">
                <a:solidFill>
                  <a:schemeClr val="tx2">
                    <a:lumMod val="50000"/>
                  </a:schemeClr>
                </a:solidFill>
                <a:latin typeface="Arial"/>
                <a:ea typeface="Arial"/>
              </a:rPr>
              <a:t>Matches are stored as index pairs between the two images, and each is given a confidence score of </a:t>
            </a:r>
            <a:r>
              <a:rPr lang="en-US" sz="1400" b="1" i="1" strike="noStrike" spc="-1" dirty="0">
                <a:solidFill>
                  <a:schemeClr val="tx2">
                    <a:lumMod val="50000"/>
                  </a:schemeClr>
                </a:solidFill>
                <a:latin typeface="Arial"/>
                <a:ea typeface="Arial"/>
              </a:rPr>
              <a:t>1−ratio</a:t>
            </a:r>
            <a:r>
              <a:rPr lang="en-US" sz="1400" b="0" strike="noStrike" spc="-1" dirty="0">
                <a:solidFill>
                  <a:schemeClr val="tx2">
                    <a:lumMod val="50000"/>
                  </a:schemeClr>
                </a:solidFill>
                <a:latin typeface="Arial"/>
                <a:ea typeface="Arial"/>
              </a:rPr>
              <a:t>. </a:t>
            </a:r>
          </a:p>
          <a:p>
            <a:pPr>
              <a:lnSpc>
                <a:spcPct val="115000"/>
              </a:lnSpc>
              <a:tabLst>
                <a:tab pos="0" algn="l"/>
              </a:tabLst>
            </a:pPr>
            <a:r>
              <a:rPr lang="en-US" sz="1400" spc="-1" dirty="0">
                <a:solidFill>
                  <a:schemeClr val="tx2">
                    <a:lumMod val="50000"/>
                  </a:schemeClr>
                </a:solidFill>
                <a:latin typeface="Arial"/>
                <a:ea typeface="Arial"/>
              </a:rPr>
              <a:t>	</a:t>
            </a:r>
          </a:p>
          <a:p>
            <a:pPr>
              <a:lnSpc>
                <a:spcPct val="115000"/>
              </a:lnSpc>
              <a:tabLst>
                <a:tab pos="0" algn="l"/>
              </a:tabLst>
            </a:pPr>
            <a:r>
              <a:rPr lang="en-US" sz="1400" b="0" strike="noStrike" spc="-1" dirty="0">
                <a:solidFill>
                  <a:schemeClr val="tx2">
                    <a:lumMod val="50000"/>
                  </a:schemeClr>
                </a:solidFill>
                <a:latin typeface="Arial"/>
                <a:ea typeface="Arial"/>
              </a:rPr>
              <a:t>A higher confidence means the match is more reliable.</a:t>
            </a:r>
            <a:endParaRPr lang="en-US" sz="1400" b="0" strike="noStrike" spc="-1" dirty="0">
              <a:solidFill>
                <a:schemeClr val="tx2">
                  <a:lumMod val="50000"/>
                </a:schemeClr>
              </a:solidFill>
              <a:latin typeface="Arial"/>
            </a:endParaRPr>
          </a:p>
        </p:txBody>
      </p:sp>
      <p:pic>
        <p:nvPicPr>
          <p:cNvPr id="3" name="Picture 2">
            <a:extLst>
              <a:ext uri="{FF2B5EF4-FFF2-40B4-BE49-F238E27FC236}">
                <a16:creationId xmlns:a16="http://schemas.microsoft.com/office/drawing/2014/main" id="{9FB18E8E-B6DB-7552-314E-004974662139}"/>
              </a:ext>
            </a:extLst>
          </p:cNvPr>
          <p:cNvPicPr>
            <a:picLocks noChangeAspect="1"/>
          </p:cNvPicPr>
          <p:nvPr/>
        </p:nvPicPr>
        <p:blipFill>
          <a:blip r:embed="rId2"/>
          <a:stretch>
            <a:fillRect/>
          </a:stretch>
        </p:blipFill>
        <p:spPr>
          <a:xfrm>
            <a:off x="197147" y="1299858"/>
            <a:ext cx="4114213" cy="18745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83235-600B-BE35-3743-437148392B4B}"/>
            </a:ext>
          </a:extLst>
        </p:cNvPr>
        <p:cNvGrpSpPr/>
        <p:nvPr/>
      </p:nvGrpSpPr>
      <p:grpSpPr>
        <a:xfrm>
          <a:off x="0" y="0"/>
          <a:ext cx="0" cy="0"/>
          <a:chOff x="0" y="0"/>
          <a:chExt cx="0" cy="0"/>
        </a:xfrm>
      </p:grpSpPr>
      <p:sp>
        <p:nvSpPr>
          <p:cNvPr id="143" name="PlaceHolder 1">
            <a:extLst>
              <a:ext uri="{FF2B5EF4-FFF2-40B4-BE49-F238E27FC236}">
                <a16:creationId xmlns:a16="http://schemas.microsoft.com/office/drawing/2014/main" id="{9755788C-2BBC-C7D7-D07F-C71F3C2665DB}"/>
              </a:ext>
            </a:extLst>
          </p:cNvPr>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2: Feature matching</a:t>
            </a:r>
            <a:endParaRPr lang="en-US" sz="2300" b="0" strike="noStrike" spc="-1">
              <a:solidFill>
                <a:srgbClr val="000000"/>
              </a:solidFill>
              <a:latin typeface="Arial"/>
            </a:endParaRPr>
          </a:p>
        </p:txBody>
      </p:sp>
      <p:sp>
        <p:nvSpPr>
          <p:cNvPr id="8" name="PlaceHolder 2">
            <a:extLst>
              <a:ext uri="{FF2B5EF4-FFF2-40B4-BE49-F238E27FC236}">
                <a16:creationId xmlns:a16="http://schemas.microsoft.com/office/drawing/2014/main" id="{1C8EEC1D-26F9-D238-5D0E-71436D1B0C56}"/>
              </a:ext>
            </a:extLst>
          </p:cNvPr>
          <p:cNvSpPr>
            <a:spLocks noGrp="1"/>
          </p:cNvSpPr>
          <p:nvPr>
            <p:ph/>
          </p:nvPr>
        </p:nvSpPr>
        <p:spPr>
          <a:xfrm>
            <a:off x="311760" y="1148861"/>
            <a:ext cx="8520120" cy="2843275"/>
          </a:xfrm>
          <a:prstGeom prst="rect">
            <a:avLst/>
          </a:prstGeom>
          <a:noFill/>
          <a:ln w="12600">
            <a:noFill/>
          </a:ln>
        </p:spPr>
        <p:txBody>
          <a:bodyPr lIns="91440" tIns="91440" rIns="91440" bIns="91440" anchor="t">
            <a:noAutofit/>
          </a:bodyPr>
          <a:lstStyle/>
          <a:p>
            <a:pPr>
              <a:lnSpc>
                <a:spcPct val="115000"/>
              </a:lnSpc>
              <a:spcBef>
                <a:spcPts val="1599"/>
              </a:spcBef>
              <a:tabLst>
                <a:tab pos="0" algn="l"/>
              </a:tabLst>
            </a:pPr>
            <a:r>
              <a:rPr lang="en-US" sz="1800" b="0" strike="noStrike" spc="-1" dirty="0">
                <a:solidFill>
                  <a:schemeClr val="tx2">
                    <a:lumMod val="50000"/>
                  </a:schemeClr>
                </a:solidFill>
                <a:latin typeface="Arial"/>
                <a:ea typeface="Arial"/>
              </a:rPr>
              <a:t>Feature matches that easily pass the nearest neighbor distance ratio (NNDR) test tend to be more accurate because the best match is much closer to the query feature than the second-best match. This large gap indicates that the match is distinctive and not easily confused with other similar features. If the nearest and second-nearest distances are similar, the match is ambiguous and more likely to be incorrect. In short, a strong separation between the first and second neighbors signals a reliable and unambiguous correspondence.</a:t>
            </a:r>
            <a:endParaRPr lang="en-US" sz="1800" b="0" strike="noStrike" spc="-1" dirty="0">
              <a:solidFill>
                <a:schemeClr val="tx2">
                  <a:lumMod val="50000"/>
                </a:schemeClr>
              </a:solidFill>
              <a:latin typeface="Arial"/>
            </a:endParaRPr>
          </a:p>
        </p:txBody>
      </p:sp>
    </p:spTree>
    <p:extLst>
      <p:ext uri="{BB962C8B-B14F-4D97-AF65-F5344CB8AC3E}">
        <p14:creationId xmlns:p14="http://schemas.microsoft.com/office/powerpoint/2010/main" val="2250013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3: SIFT feature descriptor</a:t>
            </a:r>
            <a:endParaRPr lang="en-US" sz="2300" b="0" strike="noStrike" spc="-1">
              <a:solidFill>
                <a:srgbClr val="000000"/>
              </a:solidFill>
              <a:latin typeface="Arial"/>
            </a:endParaRPr>
          </a:p>
        </p:txBody>
      </p:sp>
      <p:pic>
        <p:nvPicPr>
          <p:cNvPr id="3" name="Content Placeholder 2">
            <a:extLst>
              <a:ext uri="{FF2B5EF4-FFF2-40B4-BE49-F238E27FC236}">
                <a16:creationId xmlns:a16="http://schemas.microsoft.com/office/drawing/2014/main" id="{0D090668-D198-1852-71FA-0D8B355D0C2C}"/>
              </a:ext>
            </a:extLst>
          </p:cNvPr>
          <p:cNvPicPr>
            <a:picLocks noGrp="1" noChangeAspect="1"/>
          </p:cNvPicPr>
          <p:nvPr>
            <p:ph/>
          </p:nvPr>
        </p:nvPicPr>
        <p:blipFill>
          <a:blip r:embed="rId2"/>
          <a:stretch>
            <a:fillRect/>
          </a:stretch>
        </p:blipFill>
        <p:spPr>
          <a:xfrm>
            <a:off x="583600" y="1152100"/>
            <a:ext cx="2399950" cy="3416300"/>
          </a:xfrm>
          <a:prstGeom prst="rect">
            <a:avLst/>
          </a:prstGeom>
          <a:noFill/>
          <a:ln w="12600">
            <a:noFill/>
          </a:ln>
        </p:spPr>
      </p:pic>
      <p:sp>
        <p:nvSpPr>
          <p:cNvPr id="148" name="PlaceHolder 3"/>
          <p:cNvSpPr>
            <a:spLocks noGrp="1"/>
          </p:cNvSpPr>
          <p:nvPr>
            <p:ph/>
          </p:nvPr>
        </p:nvSpPr>
        <p:spPr>
          <a:xfrm>
            <a:off x="4832280" y="1152360"/>
            <a:ext cx="399960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a typeface="Arial"/>
            </a:endParaRPr>
          </a:p>
          <a:p>
            <a:pPr indent="0" defTabSz="914400">
              <a:lnSpc>
                <a:spcPct val="115000"/>
              </a:lnSpc>
              <a:buNone/>
              <a:tabLst>
                <a:tab pos="0" algn="l"/>
              </a:tabLst>
            </a:pPr>
            <a:endParaRPr lang="en-US" sz="1400" b="0" strike="noStrike" spc="-1" dirty="0">
              <a:solidFill>
                <a:srgbClr val="585858"/>
              </a:solidFill>
              <a:latin typeface="Arial"/>
              <a:ea typeface="Arial"/>
            </a:endParaRPr>
          </a:p>
          <a:p>
            <a:pPr indent="0" defTabSz="914400">
              <a:lnSpc>
                <a:spcPct val="115000"/>
              </a:lnSpc>
              <a:buNone/>
              <a:tabLst>
                <a:tab pos="0" algn="l"/>
              </a:tabLst>
            </a:pPr>
            <a:r>
              <a:rPr lang="en-US" sz="1400" b="0" strike="noStrike" spc="-1" dirty="0">
                <a:solidFill>
                  <a:srgbClr val="585858"/>
                </a:solidFill>
                <a:latin typeface="Arial"/>
                <a:ea typeface="Arial"/>
              </a:rPr>
              <a:t># matches (out of 100): 197</a:t>
            </a:r>
            <a:endParaRPr lang="en-US" sz="1400" b="0" strike="noStrike" spc="-1" dirty="0">
              <a:solidFill>
                <a:srgbClr val="585858"/>
              </a:solidFill>
              <a:latin typeface="Arial"/>
            </a:endParaRPr>
          </a:p>
          <a:p>
            <a:pPr indent="0" defTabSz="914400">
              <a:lnSpc>
                <a:spcPct val="115000"/>
              </a:lnSpc>
              <a:buNone/>
              <a:tabLst>
                <a:tab pos="0" algn="l"/>
              </a:tabLst>
            </a:pPr>
            <a:r>
              <a:rPr lang="en-US" sz="1400" b="0" strike="noStrike" spc="-1" dirty="0">
                <a:solidFill>
                  <a:srgbClr val="585858"/>
                </a:solidFill>
                <a:latin typeface="Arial"/>
                <a:ea typeface="Arial"/>
              </a:rPr>
              <a:t>Accuracy: 0.919</a:t>
            </a:r>
            <a:endParaRPr lang="en-US" sz="1400" b="0" strike="noStrike" spc="-1" dirty="0">
              <a:solidFill>
                <a:srgbClr val="585858"/>
              </a:solidFill>
              <a:latin typeface="Arial"/>
            </a:endParaRPr>
          </a:p>
        </p:txBody>
      </p:sp>
      <p:pic>
        <p:nvPicPr>
          <p:cNvPr id="5" name="Picture 4">
            <a:extLst>
              <a:ext uri="{FF2B5EF4-FFF2-40B4-BE49-F238E27FC236}">
                <a16:creationId xmlns:a16="http://schemas.microsoft.com/office/drawing/2014/main" id="{5B58D382-B370-74F2-B0CB-EC858C5670EB}"/>
              </a:ext>
            </a:extLst>
          </p:cNvPr>
          <p:cNvPicPr>
            <a:picLocks noChangeAspect="1"/>
          </p:cNvPicPr>
          <p:nvPr/>
        </p:nvPicPr>
        <p:blipFill>
          <a:blip r:embed="rId3"/>
          <a:stretch>
            <a:fillRect/>
          </a:stretch>
        </p:blipFill>
        <p:spPr>
          <a:xfrm>
            <a:off x="4832280" y="1152099"/>
            <a:ext cx="3728120" cy="253512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3: SIFT feature descriptor</a:t>
            </a:r>
            <a:endParaRPr lang="en-US" sz="2300" b="0" strike="noStrike" spc="-1">
              <a:solidFill>
                <a:srgbClr val="000000"/>
              </a:solidFill>
              <a:latin typeface="Arial"/>
            </a:endParaRPr>
          </a:p>
        </p:txBody>
      </p:sp>
      <p:sp>
        <p:nvSpPr>
          <p:cNvPr id="150" name="PlaceHolder 2"/>
          <p:cNvSpPr>
            <a:spLocks noGrp="1"/>
          </p:cNvSpPr>
          <p:nvPr>
            <p:ph/>
          </p:nvPr>
        </p:nvSpPr>
        <p:spPr>
          <a:xfrm>
            <a:off x="311760" y="1152360"/>
            <a:ext cx="399960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r>
              <a:rPr lang="en-US" sz="1400" b="0" strike="noStrike" spc="-1" dirty="0">
                <a:solidFill>
                  <a:srgbClr val="585858"/>
                </a:solidFill>
                <a:latin typeface="Arial"/>
                <a:ea typeface="Arial"/>
              </a:rPr>
              <a:t># matches: 178</a:t>
            </a:r>
            <a:endParaRPr lang="en-US" sz="1400" b="0" strike="noStrike" spc="-1" dirty="0">
              <a:solidFill>
                <a:srgbClr val="585858"/>
              </a:solidFill>
              <a:latin typeface="Arial"/>
            </a:endParaRPr>
          </a:p>
          <a:p>
            <a:pPr indent="0" defTabSz="914400">
              <a:lnSpc>
                <a:spcPct val="115000"/>
              </a:lnSpc>
              <a:buNone/>
              <a:tabLst>
                <a:tab pos="0" algn="l"/>
              </a:tabLst>
            </a:pPr>
            <a:r>
              <a:rPr lang="en-US" sz="1400" b="0" strike="noStrike" spc="-1" dirty="0">
                <a:solidFill>
                  <a:srgbClr val="585858"/>
                </a:solidFill>
                <a:latin typeface="Arial"/>
                <a:ea typeface="Arial"/>
              </a:rPr>
              <a:t>Accuracy: 0.932</a:t>
            </a:r>
            <a:endParaRPr lang="en-US" sz="1400" b="0" strike="noStrike" spc="-1" dirty="0">
              <a:solidFill>
                <a:srgbClr val="585858"/>
              </a:solidFill>
              <a:latin typeface="Arial"/>
            </a:endParaRPr>
          </a:p>
        </p:txBody>
      </p:sp>
      <p:sp>
        <p:nvSpPr>
          <p:cNvPr id="151" name="PlaceHolder 3"/>
          <p:cNvSpPr>
            <a:spLocks noGrp="1"/>
          </p:cNvSpPr>
          <p:nvPr>
            <p:ph/>
          </p:nvPr>
        </p:nvSpPr>
        <p:spPr>
          <a:xfrm>
            <a:off x="4832280" y="1152360"/>
            <a:ext cx="399960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endParaRPr lang="en-US" sz="1400" b="0" strike="noStrike" spc="-1" dirty="0">
              <a:solidFill>
                <a:srgbClr val="585858"/>
              </a:solidFill>
              <a:latin typeface="Arial"/>
            </a:endParaRPr>
          </a:p>
          <a:p>
            <a:pPr indent="0" defTabSz="914400">
              <a:lnSpc>
                <a:spcPct val="115000"/>
              </a:lnSpc>
              <a:buNone/>
              <a:tabLst>
                <a:tab pos="0" algn="l"/>
              </a:tabLst>
            </a:pPr>
            <a:r>
              <a:rPr lang="en-US" sz="1400" b="0" strike="noStrike" spc="-1" dirty="0">
                <a:solidFill>
                  <a:srgbClr val="585858"/>
                </a:solidFill>
                <a:latin typeface="Arial"/>
                <a:ea typeface="Arial"/>
              </a:rPr>
              <a:t># matches: 3</a:t>
            </a:r>
            <a:endParaRPr lang="en-US" sz="1400" b="0" strike="noStrike" spc="-1" dirty="0">
              <a:solidFill>
                <a:srgbClr val="585858"/>
              </a:solidFill>
              <a:latin typeface="Arial"/>
            </a:endParaRPr>
          </a:p>
          <a:p>
            <a:pPr indent="0" defTabSz="914400">
              <a:lnSpc>
                <a:spcPct val="115000"/>
              </a:lnSpc>
              <a:buNone/>
              <a:tabLst>
                <a:tab pos="0" algn="l"/>
              </a:tabLst>
            </a:pPr>
            <a:r>
              <a:rPr lang="en-US" sz="1400" b="0" strike="noStrike" spc="-1" dirty="0">
                <a:solidFill>
                  <a:srgbClr val="585858"/>
                </a:solidFill>
                <a:latin typeface="Arial"/>
                <a:ea typeface="Arial"/>
              </a:rPr>
              <a:t>Accuracy: 0.00</a:t>
            </a:r>
            <a:endParaRPr lang="en-US" sz="1400" b="0" strike="noStrike" spc="-1" dirty="0">
              <a:solidFill>
                <a:srgbClr val="585858"/>
              </a:solidFill>
              <a:latin typeface="Arial"/>
            </a:endParaRPr>
          </a:p>
        </p:txBody>
      </p:sp>
      <p:pic>
        <p:nvPicPr>
          <p:cNvPr id="3" name="Picture 2">
            <a:extLst>
              <a:ext uri="{FF2B5EF4-FFF2-40B4-BE49-F238E27FC236}">
                <a16:creationId xmlns:a16="http://schemas.microsoft.com/office/drawing/2014/main" id="{D0EEBDD5-99AA-3599-6055-9A102496524B}"/>
              </a:ext>
            </a:extLst>
          </p:cNvPr>
          <p:cNvPicPr>
            <a:picLocks noChangeAspect="1"/>
          </p:cNvPicPr>
          <p:nvPr/>
        </p:nvPicPr>
        <p:blipFill>
          <a:blip r:embed="rId2"/>
          <a:stretch>
            <a:fillRect/>
          </a:stretch>
        </p:blipFill>
        <p:spPr>
          <a:xfrm>
            <a:off x="225469" y="1334546"/>
            <a:ext cx="4085891" cy="1735758"/>
          </a:xfrm>
          <a:prstGeom prst="rect">
            <a:avLst/>
          </a:prstGeom>
        </p:spPr>
      </p:pic>
      <p:pic>
        <p:nvPicPr>
          <p:cNvPr id="5" name="Picture 4">
            <a:extLst>
              <a:ext uri="{FF2B5EF4-FFF2-40B4-BE49-F238E27FC236}">
                <a16:creationId xmlns:a16="http://schemas.microsoft.com/office/drawing/2014/main" id="{75270019-CB97-BE34-F770-1BCD2A2A5A68}"/>
              </a:ext>
            </a:extLst>
          </p:cNvPr>
          <p:cNvPicPr>
            <a:picLocks noChangeAspect="1"/>
          </p:cNvPicPr>
          <p:nvPr/>
        </p:nvPicPr>
        <p:blipFill>
          <a:blip r:embed="rId3"/>
          <a:stretch>
            <a:fillRect/>
          </a:stretch>
        </p:blipFill>
        <p:spPr>
          <a:xfrm>
            <a:off x="4601828" y="1238774"/>
            <a:ext cx="4230052" cy="192730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3: SIFT feature descriptor</a:t>
            </a:r>
            <a:endParaRPr lang="en-US" sz="2300" b="0" strike="noStrike" spc="-1">
              <a:solidFill>
                <a:srgbClr val="000000"/>
              </a:solidFill>
              <a:latin typeface="Arial"/>
            </a:endParaRPr>
          </a:p>
        </p:txBody>
      </p:sp>
      <p:sp>
        <p:nvSpPr>
          <p:cNvPr id="153" name="PlaceHolder 2"/>
          <p:cNvSpPr>
            <a:spLocks noGrp="1"/>
          </p:cNvSpPr>
          <p:nvPr>
            <p:ph/>
          </p:nvPr>
        </p:nvSpPr>
        <p:spPr>
          <a:xfrm>
            <a:off x="311760" y="1152360"/>
            <a:ext cx="3999600" cy="3416040"/>
          </a:xfrm>
          <a:prstGeom prst="rect">
            <a:avLst/>
          </a:prstGeom>
          <a:noFill/>
          <a:ln w="12600">
            <a:noFill/>
          </a:ln>
        </p:spPr>
        <p:txBody>
          <a:bodyPr lIns="91440" tIns="91440" rIns="91440" bIns="91440" anchor="t">
            <a:normAutofit fontScale="85000" lnSpcReduction="10000"/>
          </a:bodyPr>
          <a:lstStyle/>
          <a:p>
            <a:pPr indent="0" defTabSz="914400">
              <a:lnSpc>
                <a:spcPct val="115000"/>
              </a:lnSpc>
              <a:buNone/>
              <a:tabLst>
                <a:tab pos="0" algn="l"/>
              </a:tabLst>
            </a:pPr>
            <a:r>
              <a:rPr lang="en-US" sz="1400" b="0" strike="noStrike" spc="-1" dirty="0">
                <a:solidFill>
                  <a:schemeClr val="tx2">
                    <a:lumMod val="50000"/>
                  </a:schemeClr>
                </a:solidFill>
                <a:latin typeface="Arial"/>
              </a:rPr>
              <a:t>Gradient Histograms in SIFT Descriptors:</a:t>
            </a:r>
          </a:p>
          <a:p>
            <a:pPr marL="285750" indent="-285750" defTabSz="914400">
              <a:lnSpc>
                <a:spcPct val="115000"/>
              </a:lnSpc>
              <a:buFontTx/>
              <a:buChar char="-"/>
              <a:tabLst>
                <a:tab pos="0" algn="l"/>
              </a:tabLst>
            </a:pPr>
            <a:r>
              <a:rPr lang="en-US" sz="1400" spc="-1" dirty="0">
                <a:solidFill>
                  <a:schemeClr val="tx2">
                    <a:lumMod val="50000"/>
                  </a:schemeClr>
                </a:solidFill>
                <a:latin typeface="Arial"/>
              </a:rPr>
              <a:t>A 16*16 window is selected around the </a:t>
            </a:r>
            <a:r>
              <a:rPr lang="en-US" sz="1400" spc="-1" dirty="0" err="1">
                <a:solidFill>
                  <a:schemeClr val="tx2">
                    <a:lumMod val="50000"/>
                  </a:schemeClr>
                </a:solidFill>
                <a:latin typeface="Arial"/>
              </a:rPr>
              <a:t>keypoint</a:t>
            </a:r>
            <a:r>
              <a:rPr lang="en-US" sz="1400" spc="-1" dirty="0">
                <a:solidFill>
                  <a:schemeClr val="tx2">
                    <a:lumMod val="50000"/>
                  </a:schemeClr>
                </a:solidFill>
                <a:latin typeface="Arial"/>
              </a:rPr>
              <a:t>. This window is divided into smaller cells (typically 4*4)</a:t>
            </a:r>
          </a:p>
          <a:p>
            <a:pPr marL="285750" indent="-285750" defTabSz="914400">
              <a:lnSpc>
                <a:spcPct val="115000"/>
              </a:lnSpc>
              <a:buFontTx/>
              <a:buChar char="-"/>
              <a:tabLst>
                <a:tab pos="0" algn="l"/>
              </a:tabLst>
            </a:pPr>
            <a:r>
              <a:rPr lang="en-US" sz="1400" b="0" strike="noStrike" spc="-1" dirty="0">
                <a:solidFill>
                  <a:schemeClr val="tx2">
                    <a:lumMod val="50000"/>
                  </a:schemeClr>
                </a:solidFill>
                <a:latin typeface="Arial"/>
              </a:rPr>
              <a:t>For each pi</a:t>
            </a:r>
            <a:r>
              <a:rPr lang="en-US" sz="1400" spc="-1" dirty="0">
                <a:solidFill>
                  <a:schemeClr val="tx2">
                    <a:lumMod val="50000"/>
                  </a:schemeClr>
                </a:solidFill>
                <a:latin typeface="Arial"/>
              </a:rPr>
              <a:t>xel: Compute orientation and magnitude</a:t>
            </a:r>
          </a:p>
          <a:p>
            <a:pPr marL="285750" indent="-285750" defTabSz="914400">
              <a:lnSpc>
                <a:spcPct val="115000"/>
              </a:lnSpc>
              <a:buFontTx/>
              <a:buChar char="-"/>
              <a:tabLst>
                <a:tab pos="0" algn="l"/>
              </a:tabLst>
            </a:pPr>
            <a:r>
              <a:rPr lang="en-US" sz="1400" b="0" strike="noStrike" spc="-1" dirty="0">
                <a:solidFill>
                  <a:schemeClr val="tx2">
                    <a:lumMod val="50000"/>
                  </a:schemeClr>
                </a:solidFill>
                <a:latin typeface="Arial"/>
              </a:rPr>
              <a:t>Each cell builds a histogram of gradient orientations, weighted by magnitude. (In the book it also mentions we do this weighting via a Gaussian distribution with the </a:t>
            </a:r>
            <a:r>
              <a:rPr lang="en-US" sz="1400" b="0" strike="noStrike" spc="-1" dirty="0" err="1">
                <a:solidFill>
                  <a:schemeClr val="tx2">
                    <a:lumMod val="50000"/>
                  </a:schemeClr>
                </a:solidFill>
                <a:latin typeface="Arial"/>
              </a:rPr>
              <a:t>keypoint</a:t>
            </a:r>
            <a:r>
              <a:rPr lang="en-US" sz="1400" b="0" strike="noStrike" spc="-1" dirty="0">
                <a:solidFill>
                  <a:schemeClr val="tx2">
                    <a:lumMod val="50000"/>
                  </a:schemeClr>
                </a:solidFill>
                <a:latin typeface="Arial"/>
              </a:rPr>
              <a:t> as the center)</a:t>
            </a:r>
          </a:p>
          <a:p>
            <a:pPr marL="285750" indent="-285750" defTabSz="914400">
              <a:lnSpc>
                <a:spcPct val="115000"/>
              </a:lnSpc>
              <a:buFontTx/>
              <a:buChar char="-"/>
              <a:tabLst>
                <a:tab pos="0" algn="l"/>
              </a:tabLst>
            </a:pPr>
            <a:r>
              <a:rPr lang="en-US" sz="1400" spc="-1" dirty="0">
                <a:solidFill>
                  <a:schemeClr val="tx2">
                    <a:lumMod val="50000"/>
                  </a:schemeClr>
                </a:solidFill>
                <a:latin typeface="Arial"/>
              </a:rPr>
              <a:t>Histograms for all cells are concatenated to form the final descriptor</a:t>
            </a:r>
          </a:p>
          <a:p>
            <a:pPr marL="285750" indent="-285750" defTabSz="914400">
              <a:lnSpc>
                <a:spcPct val="115000"/>
              </a:lnSpc>
              <a:buFontTx/>
              <a:buChar char="-"/>
              <a:tabLst>
                <a:tab pos="0" algn="l"/>
              </a:tabLst>
            </a:pPr>
            <a:r>
              <a:rPr lang="en-US" sz="1400" b="0" strike="noStrike" spc="-1" dirty="0">
                <a:solidFill>
                  <a:schemeClr val="tx2">
                    <a:lumMod val="50000"/>
                  </a:schemeClr>
                </a:solidFill>
                <a:latin typeface="Arial"/>
              </a:rPr>
              <a:t>These capture the local shape and edge directions in this window</a:t>
            </a:r>
          </a:p>
          <a:p>
            <a:pPr marL="285750" indent="-285750" defTabSz="914400">
              <a:lnSpc>
                <a:spcPct val="115000"/>
              </a:lnSpc>
              <a:buFontTx/>
              <a:buChar char="-"/>
              <a:tabLst>
                <a:tab pos="0" algn="l"/>
              </a:tabLst>
            </a:pPr>
            <a:r>
              <a:rPr lang="en-US" sz="1400" spc="-1" dirty="0">
                <a:solidFill>
                  <a:schemeClr val="tx2">
                    <a:lumMod val="50000"/>
                  </a:schemeClr>
                </a:solidFill>
                <a:latin typeface="Arial"/>
              </a:rPr>
              <a:t>This is robust to small translations, rotations and illumination changes improving feature matching</a:t>
            </a:r>
            <a:endParaRPr lang="en-US" sz="1400" b="0" strike="noStrike" spc="-1" dirty="0">
              <a:solidFill>
                <a:schemeClr val="tx2">
                  <a:lumMod val="50000"/>
                </a:schemeClr>
              </a:solidFill>
              <a:latin typeface="Arial"/>
            </a:endParaRPr>
          </a:p>
        </p:txBody>
      </p:sp>
      <p:sp>
        <p:nvSpPr>
          <p:cNvPr id="154" name="PlaceHolder 3"/>
          <p:cNvSpPr>
            <a:spLocks noGrp="1"/>
          </p:cNvSpPr>
          <p:nvPr>
            <p:ph/>
          </p:nvPr>
        </p:nvSpPr>
        <p:spPr>
          <a:xfrm>
            <a:off x="4832280" y="1152360"/>
            <a:ext cx="3813632" cy="1812282"/>
          </a:xfrm>
          <a:prstGeom prst="rect">
            <a:avLst/>
          </a:prstGeom>
          <a:noFill/>
          <a:ln w="12600">
            <a:noFill/>
          </a:ln>
        </p:spPr>
        <p:txBody>
          <a:bodyPr lIns="91440" tIns="91440" rIns="91440" bIns="91440" anchor="t">
            <a:normAutofit fontScale="85000" lnSpcReduction="10000"/>
          </a:bodyPr>
          <a:lstStyle/>
          <a:p>
            <a:pPr indent="0" defTabSz="914400">
              <a:lnSpc>
                <a:spcPct val="115000"/>
              </a:lnSpc>
              <a:buNone/>
              <a:tabLst>
                <a:tab pos="0" algn="l"/>
              </a:tabLst>
            </a:pPr>
            <a:r>
              <a:rPr lang="en-US" sz="1400" b="0" strike="noStrike" spc="-1" dirty="0">
                <a:solidFill>
                  <a:srgbClr val="585858"/>
                </a:solidFill>
                <a:latin typeface="Arial"/>
              </a:rPr>
              <a:t>SIFT features are better than normalized patches because they describe the local structure using gradient histograms instead of raw pixels. This makes them robust to small translations, rotations, and illumination changes. They are also more distinctive, allowing reliable matching across different viewpoints. Normalized patches lack this invariance and often produce ambiguous or fragile matches.</a:t>
            </a:r>
          </a:p>
        </p:txBody>
      </p:sp>
      <p:sp>
        <p:nvSpPr>
          <p:cNvPr id="2" name="PlaceHolder 3">
            <a:extLst>
              <a:ext uri="{FF2B5EF4-FFF2-40B4-BE49-F238E27FC236}">
                <a16:creationId xmlns:a16="http://schemas.microsoft.com/office/drawing/2014/main" id="{BEB35B4C-C331-A339-442C-29EEB44713EB}"/>
              </a:ext>
            </a:extLst>
          </p:cNvPr>
          <p:cNvSpPr>
            <a:spLocks noGrp="1"/>
          </p:cNvSpPr>
          <p:nvPr>
            <p:ph/>
          </p:nvPr>
        </p:nvSpPr>
        <p:spPr>
          <a:xfrm>
            <a:off x="4832280" y="3025698"/>
            <a:ext cx="3999600" cy="1812282"/>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r>
              <a:rPr lang="en-US" sz="1400" b="0" strike="noStrike" spc="-1" dirty="0">
                <a:solidFill>
                  <a:schemeClr val="tx2">
                    <a:lumMod val="50000"/>
                  </a:schemeClr>
                </a:solidFill>
                <a:latin typeface="Arial"/>
                <a:ea typeface="Arial"/>
              </a:rPr>
              <a:t>Square-rooting reduces the effect of large gradient values and emphasizes smaller ones. This makes the descriptor more robust to illumination changes and contrast changes. This might result in better matching performance</a:t>
            </a:r>
            <a:endParaRPr lang="en-US" sz="1400" b="0" strike="noStrike" spc="-1" dirty="0">
              <a:solidFill>
                <a:schemeClr val="tx2">
                  <a:lumMod val="50000"/>
                </a:schemeClr>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3: SIFT feature descriptor</a:t>
            </a:r>
            <a:endParaRPr lang="en-US" sz="2300" b="0" strike="noStrike" spc="-1">
              <a:solidFill>
                <a:srgbClr val="000000"/>
              </a:solidFill>
              <a:latin typeface="Arial"/>
            </a:endParaRPr>
          </a:p>
        </p:txBody>
      </p:sp>
      <p:sp>
        <p:nvSpPr>
          <p:cNvPr id="156" name="PlaceHolder 2"/>
          <p:cNvSpPr>
            <a:spLocks noGrp="1"/>
          </p:cNvSpPr>
          <p:nvPr>
            <p:ph/>
          </p:nvPr>
        </p:nvSpPr>
        <p:spPr>
          <a:xfrm>
            <a:off x="311760" y="1152360"/>
            <a:ext cx="8520120" cy="3416040"/>
          </a:xfrm>
          <a:prstGeom prst="rect">
            <a:avLst/>
          </a:prstGeom>
          <a:noFill/>
          <a:ln w="12600">
            <a:noFill/>
          </a:ln>
        </p:spPr>
        <p:txBody>
          <a:bodyPr lIns="91440" tIns="91440" rIns="91440" bIns="91440" anchor="t">
            <a:noAutofit/>
          </a:bodyPr>
          <a:lstStyle/>
          <a:p>
            <a:pPr indent="0" defTabSz="914400">
              <a:lnSpc>
                <a:spcPct val="115000"/>
              </a:lnSpc>
              <a:buNone/>
              <a:tabLst>
                <a:tab pos="0" algn="l"/>
              </a:tabLst>
            </a:pPr>
            <a:r>
              <a:rPr lang="en-US" sz="1400" b="0" strike="noStrike" spc="-1" dirty="0">
                <a:solidFill>
                  <a:srgbClr val="585858"/>
                </a:solidFill>
                <a:latin typeface="Arial"/>
              </a:rPr>
              <a:t>Potentia</a:t>
            </a:r>
            <a:r>
              <a:rPr lang="en-US" sz="1400" spc="-1" dirty="0">
                <a:solidFill>
                  <a:srgbClr val="585858"/>
                </a:solidFill>
                <a:latin typeface="Arial"/>
              </a:rPr>
              <a:t>l Reasons for poor performance on the Gaudi pair:</a:t>
            </a:r>
          </a:p>
          <a:p>
            <a:pPr marL="342900" indent="-342900" defTabSz="914400">
              <a:lnSpc>
                <a:spcPct val="115000"/>
              </a:lnSpc>
              <a:buAutoNum type="arabicPeriod"/>
              <a:tabLst>
                <a:tab pos="0" algn="l"/>
              </a:tabLst>
            </a:pPr>
            <a:r>
              <a:rPr lang="en-US" sz="1400" b="1" spc="-1" dirty="0">
                <a:solidFill>
                  <a:srgbClr val="585858"/>
                </a:solidFill>
                <a:latin typeface="Arial"/>
              </a:rPr>
              <a:t>Scale Difference: </a:t>
            </a:r>
            <a:r>
              <a:rPr lang="en-US" sz="1400" spc="-1" dirty="0">
                <a:solidFill>
                  <a:srgbClr val="585858"/>
                </a:solidFill>
                <a:latin typeface="Arial"/>
              </a:rPr>
              <a:t>It is possible that due to the major scale difference in the images SIFT does not perform well since it is not scale invariant.</a:t>
            </a:r>
          </a:p>
          <a:p>
            <a:pPr marL="342900" indent="-342900" defTabSz="914400">
              <a:lnSpc>
                <a:spcPct val="115000"/>
              </a:lnSpc>
              <a:buAutoNum type="arabicPeriod"/>
              <a:tabLst>
                <a:tab pos="0" algn="l"/>
              </a:tabLst>
            </a:pPr>
            <a:r>
              <a:rPr lang="en-US" sz="1400" b="1" spc="-1" dirty="0">
                <a:solidFill>
                  <a:srgbClr val="585858"/>
                </a:solidFill>
                <a:latin typeface="Arial"/>
              </a:rPr>
              <a:t>Limited Texture/Distinctive Features: </a:t>
            </a:r>
            <a:r>
              <a:rPr lang="en-US" sz="1400" spc="-1" dirty="0">
                <a:solidFill>
                  <a:srgbClr val="585858"/>
                </a:solidFill>
                <a:latin typeface="Arial"/>
              </a:rPr>
              <a:t>The Gaudi images do not have a lot of high-contrast regions or distinctive features which might be another reason for the </a:t>
            </a:r>
            <a:r>
              <a:rPr lang="en-US" sz="1400" spc="-1">
                <a:solidFill>
                  <a:srgbClr val="585858"/>
                </a:solidFill>
                <a:latin typeface="Arial"/>
              </a:rPr>
              <a:t>poor performance.</a:t>
            </a:r>
            <a:endParaRPr lang="en-US" sz="1400" b="1" strike="noStrike" spc="-1" dirty="0">
              <a:solidFill>
                <a:srgbClr val="585858"/>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311760" y="444960"/>
            <a:ext cx="8520120" cy="572400"/>
          </a:xfrm>
          <a:prstGeom prst="rect">
            <a:avLst/>
          </a:prstGeom>
          <a:noFill/>
          <a:ln w="12600">
            <a:noFill/>
          </a:ln>
        </p:spPr>
        <p:txBody>
          <a:bodyPr lIns="91440" tIns="91440" rIns="91440" bIns="91440" anchor="t">
            <a:noAutofit/>
          </a:bodyPr>
          <a:lstStyle/>
          <a:p>
            <a:pPr indent="0" defTabSz="877680">
              <a:lnSpc>
                <a:spcPct val="100000"/>
              </a:lnSpc>
              <a:buNone/>
              <a:tabLst>
                <a:tab pos="0" algn="l"/>
              </a:tabLst>
            </a:pPr>
            <a:r>
              <a:rPr lang="en-US" sz="2300" b="0" strike="noStrike" spc="-1">
                <a:solidFill>
                  <a:srgbClr val="000000"/>
                </a:solidFill>
                <a:latin typeface="Arial"/>
                <a:ea typeface="Arial"/>
              </a:rPr>
              <a:t>Part 3: SIFT feature descriptor</a:t>
            </a:r>
            <a:endParaRPr lang="en-US" sz="2300" b="0" strike="noStrike" spc="-1">
              <a:solidFill>
                <a:srgbClr val="000000"/>
              </a:solidFill>
              <a:latin typeface="Arial"/>
            </a:endParaRPr>
          </a:p>
        </p:txBody>
      </p:sp>
      <p:sp>
        <p:nvSpPr>
          <p:cNvPr id="158" name="PlaceHolder 2"/>
          <p:cNvSpPr>
            <a:spLocks noGrp="1"/>
          </p:cNvSpPr>
          <p:nvPr>
            <p:ph/>
          </p:nvPr>
        </p:nvSpPr>
        <p:spPr>
          <a:xfrm>
            <a:off x="311760" y="1152360"/>
            <a:ext cx="8520120" cy="3416040"/>
          </a:xfrm>
          <a:prstGeom prst="rect">
            <a:avLst/>
          </a:prstGeom>
          <a:noFill/>
          <a:ln w="12600">
            <a:noFill/>
          </a:ln>
        </p:spPr>
        <p:txBody>
          <a:bodyPr lIns="91440" tIns="91440" rIns="91440" bIns="91440" anchor="t">
            <a:normAutofit fontScale="85000" lnSpcReduction="10000"/>
          </a:bodyPr>
          <a:lstStyle/>
          <a:p>
            <a:pPr indent="0" defTabSz="914400">
              <a:lnSpc>
                <a:spcPct val="115000"/>
              </a:lnSpc>
              <a:spcBef>
                <a:spcPts val="1599"/>
              </a:spcBef>
              <a:buNone/>
              <a:tabLst>
                <a:tab pos="0" algn="l"/>
              </a:tabLst>
            </a:pPr>
            <a:r>
              <a:rPr lang="en-US" sz="1800" spc="-1" dirty="0">
                <a:solidFill>
                  <a:srgbClr val="585858"/>
                </a:solidFill>
                <a:latin typeface="Arial"/>
              </a:rPr>
              <a:t>Our version of SIFT computes patches directly on patches around the </a:t>
            </a:r>
            <a:r>
              <a:rPr lang="en-US" sz="1800" spc="-1" dirty="0" err="1">
                <a:solidFill>
                  <a:srgbClr val="585858"/>
                </a:solidFill>
                <a:latin typeface="Arial"/>
              </a:rPr>
              <a:t>keypoint</a:t>
            </a:r>
            <a:r>
              <a:rPr lang="en-US" sz="1800" spc="-1" dirty="0">
                <a:solidFill>
                  <a:srgbClr val="585858"/>
                </a:solidFill>
                <a:latin typeface="Arial"/>
              </a:rPr>
              <a:t>. In case of rotation or scaling the local gradients change relative to the descriptor. This leads to poor matches.</a:t>
            </a:r>
          </a:p>
          <a:p>
            <a:pPr indent="0" defTabSz="914400">
              <a:lnSpc>
                <a:spcPct val="115000"/>
              </a:lnSpc>
              <a:spcBef>
                <a:spcPts val="1599"/>
              </a:spcBef>
              <a:buNone/>
              <a:tabLst>
                <a:tab pos="0" algn="l"/>
              </a:tabLst>
            </a:pPr>
            <a:r>
              <a:rPr lang="en-US" sz="1800" b="1" strike="noStrike" spc="-1" dirty="0">
                <a:solidFill>
                  <a:srgbClr val="585858"/>
                </a:solidFill>
                <a:latin typeface="Arial"/>
              </a:rPr>
              <a:t>Rotation Invariance:</a:t>
            </a:r>
          </a:p>
          <a:p>
            <a:pPr marL="285750" indent="-285750" defTabSz="914400">
              <a:lnSpc>
                <a:spcPct val="115000"/>
              </a:lnSpc>
              <a:spcBef>
                <a:spcPts val="1599"/>
              </a:spcBef>
              <a:buFontTx/>
              <a:buChar char="-"/>
              <a:tabLst>
                <a:tab pos="0" algn="l"/>
              </a:tabLst>
            </a:pPr>
            <a:r>
              <a:rPr lang="en-US" sz="1800" spc="-1" dirty="0">
                <a:solidFill>
                  <a:srgbClr val="585858"/>
                </a:solidFill>
                <a:latin typeface="Arial"/>
              </a:rPr>
              <a:t>We could possibly create multiple bins around the </a:t>
            </a:r>
            <a:r>
              <a:rPr lang="en-US" sz="1800" spc="-1" dirty="0" err="1">
                <a:solidFill>
                  <a:srgbClr val="585858"/>
                </a:solidFill>
                <a:latin typeface="Arial"/>
              </a:rPr>
              <a:t>keypoint</a:t>
            </a:r>
            <a:r>
              <a:rPr lang="en-US" sz="1800" spc="-1" dirty="0">
                <a:solidFill>
                  <a:srgbClr val="585858"/>
                </a:solidFill>
                <a:latin typeface="Arial"/>
              </a:rPr>
              <a:t> and detect the most dominant orientation. We assume that this is the direction in which the gradients are pointing</a:t>
            </a:r>
          </a:p>
          <a:p>
            <a:pPr defTabSz="914400">
              <a:lnSpc>
                <a:spcPct val="115000"/>
              </a:lnSpc>
              <a:spcBef>
                <a:spcPts val="1599"/>
              </a:spcBef>
              <a:tabLst>
                <a:tab pos="0" algn="l"/>
              </a:tabLst>
            </a:pPr>
            <a:r>
              <a:rPr lang="en-US" sz="1800" b="1" strike="noStrike" spc="-1" dirty="0">
                <a:solidFill>
                  <a:srgbClr val="585858"/>
                </a:solidFill>
                <a:latin typeface="Arial"/>
              </a:rPr>
              <a:t>Scale Invariance:</a:t>
            </a:r>
          </a:p>
          <a:p>
            <a:pPr marL="285750" indent="-285750" defTabSz="914400">
              <a:lnSpc>
                <a:spcPct val="115000"/>
              </a:lnSpc>
              <a:spcBef>
                <a:spcPts val="1599"/>
              </a:spcBef>
              <a:buFontTx/>
              <a:buChar char="-"/>
              <a:tabLst>
                <a:tab pos="0" algn="l"/>
              </a:tabLst>
            </a:pPr>
            <a:r>
              <a:rPr lang="en-US" sz="1800" spc="-1" dirty="0">
                <a:solidFill>
                  <a:srgbClr val="585858"/>
                </a:solidFill>
                <a:latin typeface="Arial"/>
              </a:rPr>
              <a:t>Detect </a:t>
            </a:r>
            <a:r>
              <a:rPr lang="en-US" sz="1800" spc="-1" dirty="0" err="1">
                <a:solidFill>
                  <a:srgbClr val="585858"/>
                </a:solidFill>
                <a:latin typeface="Arial"/>
              </a:rPr>
              <a:t>keypoints</a:t>
            </a:r>
            <a:r>
              <a:rPr lang="en-US" sz="1800" spc="-1" dirty="0">
                <a:solidFill>
                  <a:srgbClr val="585858"/>
                </a:solidFill>
                <a:latin typeface="Arial"/>
              </a:rPr>
              <a:t> at multiple image scales (we can scale the image by </a:t>
            </a:r>
            <a:r>
              <a:rPr lang="en-US" sz="1800" spc="-1" dirty="0" err="1">
                <a:solidFill>
                  <a:srgbClr val="585858"/>
                </a:solidFill>
                <a:latin typeface="Arial"/>
              </a:rPr>
              <a:t>downsampling</a:t>
            </a:r>
            <a:r>
              <a:rPr lang="en-US" sz="1800" spc="-1" dirty="0">
                <a:solidFill>
                  <a:srgbClr val="585858"/>
                </a:solidFill>
                <a:latin typeface="Arial"/>
              </a:rPr>
              <a:t>) and construct a scale space pyramid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a:lnSpc>
                <a:spcPct val="100000"/>
              </a:lnSpc>
              <a:tabLst>
                <a:tab pos="0" algn="l"/>
              </a:tabLst>
            </a:pPr>
            <a:r>
              <a:rPr lang="en" sz="2800" b="0" strike="noStrike" spc="-1" dirty="0">
                <a:solidFill>
                  <a:srgbClr val="000000"/>
                </a:solidFill>
                <a:latin typeface="Arial"/>
                <a:ea typeface="Arial"/>
              </a:rPr>
              <a:t>Part 4</a:t>
            </a:r>
            <a:r>
              <a:rPr lang="en" sz="2800" spc="-1" dirty="0">
                <a:solidFill>
                  <a:srgbClr val="000000"/>
                </a:solidFill>
                <a:ea typeface="Arial"/>
              </a:rPr>
              <a:t> (Extra Credit): </a:t>
            </a:r>
            <a:r>
              <a:rPr lang="en" sz="2800" b="0" strike="noStrike" spc="-1" dirty="0">
                <a:solidFill>
                  <a:srgbClr val="000000"/>
                </a:solidFill>
                <a:latin typeface="Arial"/>
                <a:ea typeface="Arial"/>
              </a:rPr>
              <a:t>: Projection matrix</a:t>
            </a:r>
            <a:endParaRPr lang="en-US" sz="2800" b="0" strike="noStrike" spc="-1" dirty="0">
              <a:solidFill>
                <a:srgbClr val="000000"/>
              </a:solidFill>
              <a:latin typeface="Arial"/>
            </a:endParaRPr>
          </a:p>
        </p:txBody>
      </p:sp>
      <p:pic>
        <p:nvPicPr>
          <p:cNvPr id="5" name="Content Placeholder 4">
            <a:extLst>
              <a:ext uri="{FF2B5EF4-FFF2-40B4-BE49-F238E27FC236}">
                <a16:creationId xmlns:a16="http://schemas.microsoft.com/office/drawing/2014/main" id="{10CCB855-715E-978E-B358-166A6CCAF4B7}"/>
              </a:ext>
            </a:extLst>
          </p:cNvPr>
          <p:cNvPicPr>
            <a:picLocks noGrp="1" noChangeAspect="1"/>
          </p:cNvPicPr>
          <p:nvPr>
            <p:ph/>
          </p:nvPr>
        </p:nvPicPr>
        <p:blipFill>
          <a:blip r:embed="rId2"/>
          <a:stretch>
            <a:fillRect/>
          </a:stretch>
        </p:blipFill>
        <p:spPr>
          <a:xfrm>
            <a:off x="4571640" y="1017000"/>
            <a:ext cx="3719983" cy="3719983"/>
          </a:xfrm>
          <a:prstGeom prst="rect">
            <a:avLst/>
          </a:prstGeom>
          <a:noFill/>
          <a:ln w="0">
            <a:noFill/>
          </a:ln>
        </p:spPr>
      </p:pic>
      <p:pic>
        <p:nvPicPr>
          <p:cNvPr id="3" name="Picture 2">
            <a:extLst>
              <a:ext uri="{FF2B5EF4-FFF2-40B4-BE49-F238E27FC236}">
                <a16:creationId xmlns:a16="http://schemas.microsoft.com/office/drawing/2014/main" id="{3B0E7B4D-36E0-D256-4277-8CC700C36F39}"/>
              </a:ext>
            </a:extLst>
          </p:cNvPr>
          <p:cNvPicPr>
            <a:picLocks noChangeAspect="1"/>
          </p:cNvPicPr>
          <p:nvPr/>
        </p:nvPicPr>
        <p:blipFill>
          <a:blip r:embed="rId3"/>
          <a:stretch>
            <a:fillRect/>
          </a:stretch>
        </p:blipFill>
        <p:spPr>
          <a:xfrm>
            <a:off x="311760" y="1152360"/>
            <a:ext cx="3924825" cy="377561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a:lnSpc>
                <a:spcPct val="100000"/>
              </a:lnSpc>
              <a:tabLst>
                <a:tab pos="0" algn="l"/>
              </a:tabLst>
            </a:pPr>
            <a:r>
              <a:rPr lang="en" sz="2800" b="0" strike="noStrike" spc="-1" dirty="0">
                <a:solidFill>
                  <a:srgbClr val="000000"/>
                </a:solidFill>
                <a:latin typeface="Arial"/>
                <a:ea typeface="Arial"/>
              </a:rPr>
              <a:t>Part 4</a:t>
            </a:r>
            <a:r>
              <a:rPr lang="en" sz="2800" spc="-1" dirty="0">
                <a:solidFill>
                  <a:srgbClr val="000000"/>
                </a:solidFill>
                <a:ea typeface="Arial"/>
              </a:rPr>
              <a:t> (Extra Credit): </a:t>
            </a:r>
            <a:r>
              <a:rPr lang="en" sz="2800" b="0" strike="noStrike" spc="-1" dirty="0">
                <a:solidFill>
                  <a:srgbClr val="000000"/>
                </a:solidFill>
                <a:latin typeface="Arial"/>
                <a:ea typeface="Arial"/>
              </a:rPr>
              <a:t>: Projection matrix</a:t>
            </a:r>
            <a:endParaRPr lang="en-US" sz="2800" b="0" strike="noStrike" spc="-1" dirty="0">
              <a:solidFill>
                <a:srgbClr val="000000"/>
              </a:solidFill>
              <a:latin typeface="Arial"/>
            </a:endParaRPr>
          </a:p>
        </p:txBody>
      </p:sp>
      <p:pic>
        <p:nvPicPr>
          <p:cNvPr id="3" name="Content Placeholder 2">
            <a:extLst>
              <a:ext uri="{FF2B5EF4-FFF2-40B4-BE49-F238E27FC236}">
                <a16:creationId xmlns:a16="http://schemas.microsoft.com/office/drawing/2014/main" id="{AFD07669-F998-F9FF-2B0D-67062E0D2BC3}"/>
              </a:ext>
            </a:extLst>
          </p:cNvPr>
          <p:cNvPicPr>
            <a:picLocks noGrp="1" noChangeAspect="1"/>
          </p:cNvPicPr>
          <p:nvPr>
            <p:ph/>
          </p:nvPr>
        </p:nvPicPr>
        <p:blipFill>
          <a:blip r:embed="rId2"/>
          <a:stretch>
            <a:fillRect/>
          </a:stretch>
        </p:blipFill>
        <p:spPr>
          <a:xfrm>
            <a:off x="488786" y="1152525"/>
            <a:ext cx="3645227" cy="3416300"/>
          </a:xfrm>
          <a:prstGeom prst="rect">
            <a:avLst/>
          </a:prstGeom>
          <a:noFill/>
          <a:ln w="0">
            <a:noFill/>
          </a:ln>
        </p:spPr>
      </p:pic>
      <p:pic>
        <p:nvPicPr>
          <p:cNvPr id="5" name="Content Placeholder 4">
            <a:extLst>
              <a:ext uri="{FF2B5EF4-FFF2-40B4-BE49-F238E27FC236}">
                <a16:creationId xmlns:a16="http://schemas.microsoft.com/office/drawing/2014/main" id="{609903BA-6F1A-3559-6706-235F733958E0}"/>
              </a:ext>
            </a:extLst>
          </p:cNvPr>
          <p:cNvPicPr>
            <a:picLocks noGrp="1" noChangeAspect="1"/>
          </p:cNvPicPr>
          <p:nvPr>
            <p:ph/>
          </p:nvPr>
        </p:nvPicPr>
        <p:blipFill>
          <a:blip r:embed="rId3"/>
          <a:stretch>
            <a:fillRect/>
          </a:stretch>
        </p:blipFill>
        <p:spPr>
          <a:xfrm>
            <a:off x="4426232" y="1152525"/>
            <a:ext cx="3416300" cy="3416300"/>
          </a:xfrm>
          <a:prstGeom prst="rect">
            <a:avLst/>
          </a:prstGeom>
          <a:noFill/>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a:lnSpc>
                <a:spcPct val="100000"/>
              </a:lnSpc>
              <a:tabLst>
                <a:tab pos="0" algn="l"/>
              </a:tabLst>
            </a:pPr>
            <a:r>
              <a:rPr lang="en" sz="2800" b="0" strike="noStrike" spc="-1" dirty="0">
                <a:solidFill>
                  <a:srgbClr val="000000"/>
                </a:solidFill>
                <a:latin typeface="Arial"/>
                <a:ea typeface="Arial"/>
              </a:rPr>
              <a:t>Part 4</a:t>
            </a:r>
            <a:r>
              <a:rPr lang="en" sz="2800" spc="-1" dirty="0">
                <a:solidFill>
                  <a:srgbClr val="000000"/>
                </a:solidFill>
                <a:ea typeface="Arial"/>
              </a:rPr>
              <a:t> (Extra Credit): </a:t>
            </a:r>
            <a:r>
              <a:rPr lang="en" sz="2800" b="0" strike="noStrike" spc="-1" dirty="0">
                <a:solidFill>
                  <a:srgbClr val="000000"/>
                </a:solidFill>
                <a:latin typeface="Arial"/>
                <a:ea typeface="Arial"/>
              </a:rPr>
              <a:t>: Projection matrix</a:t>
            </a:r>
            <a:endParaRPr lang="en-US" sz="2800" b="0" strike="noStrike" spc="-1" dirty="0">
              <a:solidFill>
                <a:srgbClr val="000000"/>
              </a:solidFill>
              <a:latin typeface="Arial"/>
            </a:endParaRPr>
          </a:p>
        </p:txBody>
      </p:sp>
      <p:sp>
        <p:nvSpPr>
          <p:cNvPr id="166" name="PlaceHolder 2"/>
          <p:cNvSpPr>
            <a:spLocks noGrp="1"/>
          </p:cNvSpPr>
          <p:nvPr>
            <p:ph/>
          </p:nvPr>
        </p:nvSpPr>
        <p:spPr>
          <a:xfrm>
            <a:off x="311760" y="1152360"/>
            <a:ext cx="3999240" cy="3415680"/>
          </a:xfrm>
          <a:prstGeom prst="rect">
            <a:avLst/>
          </a:prstGeom>
          <a:noFill/>
          <a:ln w="0">
            <a:noFill/>
          </a:ln>
        </p:spPr>
        <p:txBody>
          <a:bodyPr lIns="0" tIns="91440" rIns="0" bIns="91440" anchor="t">
            <a:normAutofit fontScale="92500" lnSpcReduction="20000"/>
          </a:bodyPr>
          <a:lstStyle/>
          <a:p>
            <a:pPr indent="0">
              <a:lnSpc>
                <a:spcPct val="115000"/>
              </a:lnSpc>
              <a:buNone/>
              <a:tabLst>
                <a:tab pos="0" algn="l"/>
              </a:tabLst>
            </a:pPr>
            <a:r>
              <a:rPr lang="en" sz="1400" spc="-1" dirty="0">
                <a:solidFill>
                  <a:srgbClr val="595959"/>
                </a:solidFill>
                <a:latin typeface="Arial"/>
              </a:rPr>
              <a:t>A camera matrix basically relates real-world 3D coordinates to corresponding 2D pixel coordinates.</a:t>
            </a:r>
            <a:endParaRPr lang="en-US" sz="1400" b="0" strike="noStrike" spc="-1" dirty="0">
              <a:solidFill>
                <a:srgbClr val="000000"/>
              </a:solidFill>
              <a:latin typeface="Arial"/>
            </a:endParaRPr>
          </a:p>
          <a:p>
            <a:pPr indent="0">
              <a:lnSpc>
                <a:spcPct val="115000"/>
              </a:lnSpc>
              <a:spcBef>
                <a:spcPts val="1199"/>
              </a:spcBef>
              <a:buNone/>
              <a:tabLst>
                <a:tab pos="0" algn="l"/>
              </a:tabLst>
            </a:pPr>
            <a:endParaRPr lang="en-US" sz="1400" b="0" strike="noStrike" spc="-1" dirty="0">
              <a:solidFill>
                <a:srgbClr val="000000"/>
              </a:solidFill>
              <a:latin typeface="Arial"/>
            </a:endParaRPr>
          </a:p>
          <a:p>
            <a:pPr indent="0">
              <a:lnSpc>
                <a:spcPct val="115000"/>
              </a:lnSpc>
              <a:spcBef>
                <a:spcPts val="1199"/>
              </a:spcBef>
              <a:buNone/>
              <a:tabLst>
                <a:tab pos="0" algn="l"/>
              </a:tabLst>
            </a:pPr>
            <a:r>
              <a:rPr lang="en-US" sz="1400" strike="noStrike" spc="-1" dirty="0">
                <a:solidFill>
                  <a:srgbClr val="000000"/>
                </a:solidFill>
                <a:latin typeface="Arial"/>
              </a:rPr>
              <a:t>The </a:t>
            </a:r>
            <a:r>
              <a:rPr lang="en-US" sz="1400" spc="-1" dirty="0">
                <a:solidFill>
                  <a:srgbClr val="000000"/>
                </a:solidFill>
                <a:latin typeface="Arial"/>
              </a:rPr>
              <a:t>camera matrix can be decomposed into extrinsic and intrinsic parameters.</a:t>
            </a:r>
          </a:p>
          <a:p>
            <a:pPr marL="342900" indent="-342900">
              <a:lnSpc>
                <a:spcPct val="115000"/>
              </a:lnSpc>
              <a:spcBef>
                <a:spcPts val="1199"/>
              </a:spcBef>
              <a:buFont typeface="+mj-lt"/>
              <a:buAutoNum type="arabicPeriod"/>
              <a:tabLst>
                <a:tab pos="0" algn="l"/>
              </a:tabLst>
            </a:pPr>
            <a:r>
              <a:rPr lang="en-US" sz="1400" strike="noStrike" spc="-1" dirty="0">
                <a:solidFill>
                  <a:srgbClr val="000000"/>
                </a:solidFill>
                <a:latin typeface="Arial"/>
              </a:rPr>
              <a:t>Intrinsic Parame</a:t>
            </a:r>
            <a:r>
              <a:rPr lang="en-US" sz="1400" spc="-1" dirty="0">
                <a:solidFill>
                  <a:srgbClr val="000000"/>
                </a:solidFill>
                <a:latin typeface="Arial"/>
              </a:rPr>
              <a:t>ters: Describe the internal properties of the camera.</a:t>
            </a:r>
          </a:p>
          <a:p>
            <a:pPr marL="342900" indent="-342900">
              <a:lnSpc>
                <a:spcPct val="115000"/>
              </a:lnSpc>
              <a:spcBef>
                <a:spcPts val="1199"/>
              </a:spcBef>
              <a:buFont typeface="+mj-lt"/>
              <a:buAutoNum type="arabicPeriod"/>
              <a:tabLst>
                <a:tab pos="0" algn="l"/>
              </a:tabLst>
            </a:pPr>
            <a:r>
              <a:rPr lang="en-US" sz="1400" strike="noStrike" spc="-1" dirty="0">
                <a:solidFill>
                  <a:srgbClr val="000000"/>
                </a:solidFill>
                <a:latin typeface="Arial"/>
              </a:rPr>
              <a:t>Ext</a:t>
            </a:r>
            <a:r>
              <a:rPr lang="en-US" sz="1400" spc="-1" dirty="0">
                <a:solidFill>
                  <a:srgbClr val="000000"/>
                </a:solidFill>
                <a:latin typeface="Arial"/>
              </a:rPr>
              <a:t>rinsic Parameters: They describe the camera’s position and orientation in the real-world frame of reference. This can be represented by a rotation matrix and translation vector</a:t>
            </a:r>
          </a:p>
          <a:p>
            <a:pPr>
              <a:lnSpc>
                <a:spcPct val="115000"/>
              </a:lnSpc>
              <a:spcBef>
                <a:spcPts val="1199"/>
              </a:spcBef>
              <a:tabLst>
                <a:tab pos="0" algn="l"/>
              </a:tabLst>
            </a:pPr>
            <a:r>
              <a:rPr lang="en-US" sz="1400" strike="noStrike" spc="-1" dirty="0">
                <a:solidFill>
                  <a:srgbClr val="000000"/>
                </a:solidFill>
                <a:latin typeface="Arial"/>
              </a:rPr>
              <a:t>Decomposition = Intrinsic x [Rotation | Translation]</a:t>
            </a:r>
          </a:p>
        </p:txBody>
      </p:sp>
      <p:sp>
        <p:nvSpPr>
          <p:cNvPr id="167" name="PlaceHolder 3"/>
          <p:cNvSpPr>
            <a:spLocks noGrp="1"/>
          </p:cNvSpPr>
          <p:nvPr>
            <p:ph/>
          </p:nvPr>
        </p:nvSpPr>
        <p:spPr>
          <a:xfrm>
            <a:off x="4832280" y="1152360"/>
            <a:ext cx="3999240" cy="3415680"/>
          </a:xfrm>
          <a:prstGeom prst="rect">
            <a:avLst/>
          </a:prstGeom>
          <a:noFill/>
          <a:ln w="0">
            <a:noFill/>
          </a:ln>
        </p:spPr>
        <p:txBody>
          <a:bodyPr lIns="0" tIns="91440" rIns="0" bIns="91440" anchor="t">
            <a:normAutofit/>
          </a:bodyPr>
          <a:lstStyle/>
          <a:p>
            <a:pPr marL="342900" indent="-342900">
              <a:lnSpc>
                <a:spcPct val="115000"/>
              </a:lnSpc>
              <a:spcAft>
                <a:spcPts val="1199"/>
              </a:spcAft>
              <a:buFont typeface="+mj-lt"/>
              <a:buAutoNum type="arabicPeriod"/>
              <a:tabLst>
                <a:tab pos="0" algn="l"/>
              </a:tabLst>
            </a:pPr>
            <a:r>
              <a:rPr lang="en-US" sz="1400" b="0" strike="noStrike" spc="-1" dirty="0">
                <a:solidFill>
                  <a:srgbClr val="000000"/>
                </a:solidFill>
                <a:latin typeface="Arial"/>
              </a:rPr>
              <a:t>Focal Length: The focal length of the camera affects the intrinsic parameters of the matrix</a:t>
            </a:r>
          </a:p>
          <a:p>
            <a:pPr marL="342900" indent="-342900">
              <a:lnSpc>
                <a:spcPct val="115000"/>
              </a:lnSpc>
              <a:spcAft>
                <a:spcPts val="1199"/>
              </a:spcAft>
              <a:buFont typeface="+mj-lt"/>
              <a:buAutoNum type="arabicPeriod"/>
              <a:tabLst>
                <a:tab pos="0" algn="l"/>
              </a:tabLst>
            </a:pPr>
            <a:r>
              <a:rPr lang="en-US" sz="1400" spc="-1" dirty="0">
                <a:solidFill>
                  <a:srgbClr val="000000"/>
                </a:solidFill>
                <a:latin typeface="Arial"/>
              </a:rPr>
              <a:t>Camera Orientation and Position: Affect the extrinsic parameters of the camera matrix. </a:t>
            </a:r>
          </a:p>
          <a:p>
            <a:pPr marL="342900" indent="-342900">
              <a:lnSpc>
                <a:spcPct val="115000"/>
              </a:lnSpc>
              <a:spcAft>
                <a:spcPts val="1199"/>
              </a:spcAft>
              <a:buFont typeface="+mj-lt"/>
              <a:buAutoNum type="arabicPeriod"/>
              <a:tabLst>
                <a:tab pos="0" algn="l"/>
              </a:tabLst>
            </a:pPr>
            <a:r>
              <a:rPr lang="en-US" sz="1400" b="0" strike="noStrike" spc="-1" dirty="0">
                <a:solidFill>
                  <a:srgbClr val="000000"/>
                </a:solidFill>
                <a:latin typeface="Arial"/>
              </a:rPr>
              <a:t>Principal Point: This shifts where the projected point lands on the image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strike="noStrike" spc="-1" dirty="0">
                <a:solidFill>
                  <a:srgbClr val="000000"/>
                </a:solidFill>
                <a:latin typeface="Arial"/>
                <a:ea typeface="Arial"/>
              </a:rPr>
              <a:t>Part 5 (Extra Credit): Fundamental matrix</a:t>
            </a:r>
            <a:endParaRPr lang="en-US" sz="2800" b="0" strike="noStrike" spc="-1" dirty="0">
              <a:solidFill>
                <a:srgbClr val="000000"/>
              </a:solidFill>
              <a:latin typeface="Arial"/>
            </a:endParaRPr>
          </a:p>
        </p:txBody>
      </p:sp>
      <p:pic>
        <p:nvPicPr>
          <p:cNvPr id="3" name="Content Placeholder 2">
            <a:extLst>
              <a:ext uri="{FF2B5EF4-FFF2-40B4-BE49-F238E27FC236}">
                <a16:creationId xmlns:a16="http://schemas.microsoft.com/office/drawing/2014/main" id="{E215E7B2-1934-D2D3-FA6D-AFEAB9729234}"/>
              </a:ext>
            </a:extLst>
          </p:cNvPr>
          <p:cNvPicPr>
            <a:picLocks noGrp="1" noChangeAspect="1"/>
          </p:cNvPicPr>
          <p:nvPr>
            <p:ph/>
          </p:nvPr>
        </p:nvPicPr>
        <p:blipFill>
          <a:blip r:embed="rId2"/>
          <a:stretch>
            <a:fillRect/>
          </a:stretch>
        </p:blipFill>
        <p:spPr>
          <a:xfrm>
            <a:off x="311150" y="1410875"/>
            <a:ext cx="8520113" cy="2899599"/>
          </a:xfrm>
          <a:prstGeom prst="rect">
            <a:avLst/>
          </a:prstGeom>
          <a:noFill/>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a:lnSpc>
                <a:spcPct val="100000"/>
              </a:lnSpc>
              <a:tabLst>
                <a:tab pos="0" algn="l"/>
              </a:tabLst>
            </a:pPr>
            <a:r>
              <a:rPr lang="en" sz="2800" b="0" strike="noStrike" spc="-1" dirty="0">
                <a:solidFill>
                  <a:srgbClr val="000000"/>
                </a:solidFill>
                <a:latin typeface="Arial"/>
                <a:ea typeface="Arial"/>
              </a:rPr>
              <a:t>Part 5</a:t>
            </a:r>
            <a:r>
              <a:rPr lang="en" sz="2800" spc="-1" dirty="0">
                <a:solidFill>
                  <a:srgbClr val="000000"/>
                </a:solidFill>
                <a:ea typeface="Arial"/>
              </a:rPr>
              <a:t> (Extra Credit)</a:t>
            </a:r>
            <a:r>
              <a:rPr lang="en" sz="2800" b="0" strike="noStrike" spc="-1" dirty="0">
                <a:solidFill>
                  <a:srgbClr val="000000"/>
                </a:solidFill>
                <a:latin typeface="Arial"/>
                <a:ea typeface="Arial"/>
              </a:rPr>
              <a:t>: Fundamental matrix</a:t>
            </a:r>
            <a:endParaRPr lang="en-US" sz="2800" b="0" strike="noStrike" spc="-1" dirty="0">
              <a:solidFill>
                <a:srgbClr val="000000"/>
              </a:solidFill>
              <a:latin typeface="Arial"/>
            </a:endParaRPr>
          </a:p>
        </p:txBody>
      </p:sp>
      <p:pic>
        <p:nvPicPr>
          <p:cNvPr id="3" name="Content Placeholder 2">
            <a:extLst>
              <a:ext uri="{FF2B5EF4-FFF2-40B4-BE49-F238E27FC236}">
                <a16:creationId xmlns:a16="http://schemas.microsoft.com/office/drawing/2014/main" id="{19959E2C-0261-FEB1-F797-71C96FD98F11}"/>
              </a:ext>
            </a:extLst>
          </p:cNvPr>
          <p:cNvPicPr>
            <a:picLocks noGrp="1" noChangeAspect="1"/>
          </p:cNvPicPr>
          <p:nvPr>
            <p:ph/>
          </p:nvPr>
        </p:nvPicPr>
        <p:blipFill>
          <a:blip r:embed="rId2"/>
          <a:stretch>
            <a:fillRect/>
          </a:stretch>
        </p:blipFill>
        <p:spPr>
          <a:xfrm>
            <a:off x="480219" y="1160462"/>
            <a:ext cx="8181975" cy="3400425"/>
          </a:xfrm>
          <a:prstGeom prst="rect">
            <a:avLst/>
          </a:prstGeom>
          <a:noFill/>
          <a:ln w="0">
            <a:noFill/>
          </a:ln>
        </p:spPr>
      </p:pic>
    </p:spTree>
    <p:extLst>
      <p:ext uri="{BB962C8B-B14F-4D97-AF65-F5344CB8AC3E}">
        <p14:creationId xmlns:p14="http://schemas.microsoft.com/office/powerpoint/2010/main" val="3450994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a:lnSpc>
                <a:spcPct val="100000"/>
              </a:lnSpc>
              <a:tabLst>
                <a:tab pos="0" algn="l"/>
              </a:tabLst>
            </a:pPr>
            <a:r>
              <a:rPr lang="en" sz="2800" b="0" strike="noStrike" spc="-1" dirty="0">
                <a:solidFill>
                  <a:srgbClr val="000000"/>
                </a:solidFill>
                <a:latin typeface="Arial"/>
                <a:ea typeface="Arial"/>
              </a:rPr>
              <a:t>Part 5 </a:t>
            </a:r>
            <a:r>
              <a:rPr lang="en" sz="2800" spc="-1" dirty="0">
                <a:solidFill>
                  <a:srgbClr val="000000"/>
                </a:solidFill>
                <a:ea typeface="Arial"/>
              </a:rPr>
              <a:t>(Extra Credit)</a:t>
            </a:r>
            <a:r>
              <a:rPr lang="en" sz="2800" b="0" strike="noStrike" spc="-1" dirty="0">
                <a:solidFill>
                  <a:srgbClr val="000000"/>
                </a:solidFill>
                <a:latin typeface="Arial"/>
                <a:ea typeface="Arial"/>
              </a:rPr>
              <a:t>: Fundamental matrix</a:t>
            </a:r>
            <a:endParaRPr lang="en-US" sz="2800" b="0" strike="noStrike" spc="-1" dirty="0">
              <a:solidFill>
                <a:srgbClr val="000000"/>
              </a:solidFill>
              <a:latin typeface="Arial"/>
            </a:endParaRPr>
          </a:p>
        </p:txBody>
      </p:sp>
      <p:sp>
        <p:nvSpPr>
          <p:cNvPr id="171" name="PlaceHolder 2"/>
          <p:cNvSpPr>
            <a:spLocks noGrp="1"/>
          </p:cNvSpPr>
          <p:nvPr>
            <p:ph/>
          </p:nvPr>
        </p:nvSpPr>
        <p:spPr>
          <a:xfrm>
            <a:off x="311760" y="1152360"/>
            <a:ext cx="3999240" cy="341568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US" sz="1400" b="0" strike="noStrike" spc="-1" dirty="0">
                <a:solidFill>
                  <a:srgbClr val="000000"/>
                </a:solidFill>
                <a:latin typeface="Arial"/>
              </a:rPr>
              <a:t>This is because the fundamental matrix encodes the </a:t>
            </a:r>
            <a:r>
              <a:rPr lang="en-US" sz="1400" b="0" strike="noStrike" spc="-1" dirty="0" err="1">
                <a:solidFill>
                  <a:srgbClr val="000000"/>
                </a:solidFill>
                <a:latin typeface="Arial"/>
              </a:rPr>
              <a:t>epipolar</a:t>
            </a:r>
            <a:r>
              <a:rPr lang="en-US" sz="1400" b="0" strike="noStrike" spc="-1" dirty="0">
                <a:solidFill>
                  <a:srgbClr val="000000"/>
                </a:solidFill>
                <a:latin typeface="Arial"/>
              </a:rPr>
              <a:t> geometry between the views. Basically,</a:t>
            </a:r>
            <a:r>
              <a:rPr lang="en-US" sz="1400" spc="-1" dirty="0">
                <a:solidFill>
                  <a:srgbClr val="000000"/>
                </a:solidFill>
                <a:latin typeface="Arial"/>
              </a:rPr>
              <a:t> any point that is projected on to an image as a pixel, could lie anywhere along a line of possible depths when seen from another camera. The fundamental matrix maps the pixel in one image to the corresponding </a:t>
            </a:r>
            <a:r>
              <a:rPr lang="en-US" sz="1400" spc="-1" dirty="0" err="1">
                <a:solidFill>
                  <a:srgbClr val="000000"/>
                </a:solidFill>
                <a:latin typeface="Arial"/>
              </a:rPr>
              <a:t>epipolar</a:t>
            </a:r>
            <a:r>
              <a:rPr lang="en-US" sz="1400" spc="-1" dirty="0">
                <a:solidFill>
                  <a:srgbClr val="000000"/>
                </a:solidFill>
                <a:latin typeface="Arial"/>
              </a:rPr>
              <a:t> line in the second image (set of all possible locations where that 3D point could project)</a:t>
            </a:r>
            <a:endParaRPr lang="en-US" sz="1400" b="0" strike="noStrike" spc="-1" dirty="0">
              <a:solidFill>
                <a:srgbClr val="000000"/>
              </a:solidFill>
              <a:latin typeface="Arial"/>
            </a:endParaRPr>
          </a:p>
        </p:txBody>
      </p:sp>
      <p:sp>
        <p:nvSpPr>
          <p:cNvPr id="172" name="PlaceHolder 3"/>
          <p:cNvSpPr>
            <a:spLocks noGrp="1"/>
          </p:cNvSpPr>
          <p:nvPr>
            <p:ph/>
          </p:nvPr>
        </p:nvSpPr>
        <p:spPr>
          <a:xfrm>
            <a:off x="4832280" y="1152360"/>
            <a:ext cx="3999240" cy="3415680"/>
          </a:xfrm>
          <a:prstGeom prst="rect">
            <a:avLst/>
          </a:prstGeom>
          <a:noFill/>
          <a:ln w="0">
            <a:noFill/>
          </a:ln>
        </p:spPr>
        <p:txBody>
          <a:bodyPr lIns="0" tIns="91440" rIns="0" bIns="91440" anchor="t">
            <a:normAutofit/>
          </a:bodyPr>
          <a:lstStyle/>
          <a:p>
            <a:pPr>
              <a:lnSpc>
                <a:spcPct val="115000"/>
              </a:lnSpc>
              <a:spcAft>
                <a:spcPts val="1199"/>
              </a:spcAft>
              <a:tabLst>
                <a:tab pos="0" algn="l"/>
              </a:tabLst>
            </a:pPr>
            <a:r>
              <a:rPr lang="en-US" sz="1400" dirty="0"/>
              <a:t>When the camera centers project inside each other’s images, the </a:t>
            </a:r>
            <a:r>
              <a:rPr lang="en-US" sz="1400" b="1" dirty="0" err="1"/>
              <a:t>epipoles</a:t>
            </a:r>
            <a:r>
              <a:rPr lang="en-US" sz="1400" b="1" dirty="0"/>
              <a:t> appear inside the image boundaries</a:t>
            </a:r>
            <a:r>
              <a:rPr lang="en-US" sz="1400" dirty="0"/>
              <a:t>. Since every </a:t>
            </a:r>
            <a:r>
              <a:rPr lang="en-US" sz="1400" dirty="0" err="1"/>
              <a:t>epipolar</a:t>
            </a:r>
            <a:r>
              <a:rPr lang="en-US" sz="1400" dirty="0"/>
              <a:t> line must pass through the </a:t>
            </a:r>
            <a:r>
              <a:rPr lang="en-US" sz="1400" dirty="0" err="1"/>
              <a:t>epipole</a:t>
            </a:r>
            <a:r>
              <a:rPr lang="en-US" sz="1400" dirty="0"/>
              <a:t>, the lines then radiate outward from that point, creating a “starburst” pattern. This happens because the </a:t>
            </a:r>
            <a:r>
              <a:rPr lang="en-US" sz="1400" dirty="0" err="1"/>
              <a:t>epipole</a:t>
            </a:r>
            <a:r>
              <a:rPr lang="en-US" sz="1400" dirty="0"/>
              <a:t> is defined as the projection of the other camera’s center, so if the center lies within the field of view, its projection naturally falls inside the image.</a:t>
            </a:r>
            <a:endParaRPr lang="en-US" sz="1400" b="0" strike="noStrike" spc="-1" dirty="0">
              <a:solidFill>
                <a:srgbClr val="00000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a:lnSpc>
                <a:spcPct val="100000"/>
              </a:lnSpc>
              <a:tabLst>
                <a:tab pos="0" algn="l"/>
              </a:tabLst>
            </a:pPr>
            <a:r>
              <a:rPr lang="en" sz="2800" b="0" strike="noStrike" spc="-1" dirty="0">
                <a:solidFill>
                  <a:srgbClr val="000000"/>
                </a:solidFill>
                <a:latin typeface="Arial"/>
                <a:ea typeface="Arial"/>
              </a:rPr>
              <a:t>Part 5 </a:t>
            </a:r>
            <a:r>
              <a:rPr lang="en" sz="2800" spc="-1" dirty="0">
                <a:solidFill>
                  <a:srgbClr val="000000"/>
                </a:solidFill>
                <a:ea typeface="Arial"/>
              </a:rPr>
              <a:t>(Extra Credit)</a:t>
            </a:r>
            <a:r>
              <a:rPr lang="en" sz="2800" b="0" strike="noStrike" spc="-1" dirty="0">
                <a:solidFill>
                  <a:srgbClr val="000000"/>
                </a:solidFill>
                <a:latin typeface="Arial"/>
                <a:ea typeface="Arial"/>
              </a:rPr>
              <a:t>: Fundamental matrix</a:t>
            </a:r>
            <a:endParaRPr lang="en-US" sz="2800" b="0" strike="noStrike" spc="-1" dirty="0">
              <a:solidFill>
                <a:srgbClr val="000000"/>
              </a:solidFill>
              <a:latin typeface="Arial"/>
            </a:endParaRPr>
          </a:p>
        </p:txBody>
      </p:sp>
      <p:sp>
        <p:nvSpPr>
          <p:cNvPr id="174" name="PlaceHolder 2"/>
          <p:cNvSpPr>
            <a:spLocks noGrp="1"/>
          </p:cNvSpPr>
          <p:nvPr>
            <p:ph/>
          </p:nvPr>
        </p:nvSpPr>
        <p:spPr>
          <a:xfrm>
            <a:off x="311760" y="1152360"/>
            <a:ext cx="3999240" cy="3415680"/>
          </a:xfrm>
          <a:prstGeom prst="rect">
            <a:avLst/>
          </a:prstGeom>
          <a:noFill/>
          <a:ln w="0">
            <a:noFill/>
          </a:ln>
        </p:spPr>
        <p:txBody>
          <a:bodyPr lIns="0" tIns="91440" rIns="0" bIns="91440" anchor="t">
            <a:normAutofit/>
          </a:bodyPr>
          <a:lstStyle/>
          <a:p>
            <a:pPr indent="0">
              <a:lnSpc>
                <a:spcPct val="115000"/>
              </a:lnSpc>
              <a:spcBef>
                <a:spcPts val="1199"/>
              </a:spcBef>
              <a:buNone/>
              <a:tabLst>
                <a:tab pos="0" algn="l"/>
              </a:tabLst>
            </a:pPr>
            <a:r>
              <a:rPr lang="en-US" sz="1400" b="0" strike="noStrike" spc="-1" dirty="0">
                <a:solidFill>
                  <a:srgbClr val="000000"/>
                </a:solidFill>
                <a:latin typeface="Arial"/>
              </a:rPr>
              <a:t>When </a:t>
            </a:r>
            <a:r>
              <a:rPr lang="en-US" sz="1400" b="0" strike="noStrike" spc="-1" dirty="0" err="1">
                <a:solidFill>
                  <a:srgbClr val="000000"/>
                </a:solidFill>
                <a:latin typeface="Arial"/>
              </a:rPr>
              <a:t>epipolar</a:t>
            </a:r>
            <a:r>
              <a:rPr lang="en-US" sz="1400" b="0" strike="noStrike" spc="-1" dirty="0">
                <a:solidFill>
                  <a:srgbClr val="000000"/>
                </a:solidFill>
                <a:latin typeface="Arial"/>
              </a:rPr>
              <a:t> lines are all horizontal it means that the camera’s image planes are horizontal. This implies that there is only translation in x-direction </a:t>
            </a:r>
          </a:p>
          <a:p>
            <a:pPr indent="0">
              <a:lnSpc>
                <a:spcPct val="115000"/>
              </a:lnSpc>
              <a:spcBef>
                <a:spcPts val="1199"/>
              </a:spcBef>
              <a:buNone/>
              <a:tabLst>
                <a:tab pos="0" algn="l"/>
              </a:tabLst>
            </a:pPr>
            <a:endParaRPr lang="en-US" sz="1400" b="0" strike="noStrike" spc="-1" dirty="0">
              <a:solidFill>
                <a:srgbClr val="000000"/>
              </a:solidFill>
              <a:latin typeface="Arial"/>
            </a:endParaRPr>
          </a:p>
          <a:p>
            <a:pPr indent="0">
              <a:lnSpc>
                <a:spcPct val="115000"/>
              </a:lnSpc>
              <a:spcBef>
                <a:spcPts val="1199"/>
              </a:spcBef>
              <a:buNone/>
              <a:tabLst>
                <a:tab pos="0" algn="l"/>
              </a:tabLst>
            </a:pPr>
            <a:endParaRPr lang="en-US" sz="1400" b="0" strike="noStrike" spc="-1" dirty="0">
              <a:solidFill>
                <a:srgbClr val="000000"/>
              </a:solidFill>
              <a:latin typeface="Arial"/>
            </a:endParaRPr>
          </a:p>
          <a:p>
            <a:pPr indent="0">
              <a:lnSpc>
                <a:spcPct val="115000"/>
              </a:lnSpc>
              <a:spcBef>
                <a:spcPts val="1199"/>
              </a:spcBef>
              <a:spcAft>
                <a:spcPts val="1199"/>
              </a:spcAft>
              <a:buNone/>
              <a:tabLst>
                <a:tab pos="0" algn="l"/>
              </a:tabLst>
            </a:pPr>
            <a:r>
              <a:rPr lang="en-US" sz="1400" b="0" strike="noStrike" spc="-1" dirty="0">
                <a:solidFill>
                  <a:srgbClr val="000000"/>
                </a:solidFill>
                <a:latin typeface="Arial"/>
              </a:rPr>
              <a:t>Since the fundamental matrix encodes the </a:t>
            </a:r>
            <a:r>
              <a:rPr lang="en-US" sz="1400" b="0" strike="noStrike" spc="-1" dirty="0" err="1">
                <a:solidFill>
                  <a:srgbClr val="000000"/>
                </a:solidFill>
                <a:latin typeface="Arial"/>
              </a:rPr>
              <a:t>epipolar</a:t>
            </a:r>
            <a:r>
              <a:rPr lang="en-US" sz="1400" b="0" strike="noStrike" spc="-1" dirty="0">
                <a:solidFill>
                  <a:srgbClr val="000000"/>
                </a:solidFill>
                <a:latin typeface="Arial"/>
              </a:rPr>
              <a:t> geometry between two images. It is defined up to a scale because multiplying all the entries by a non-zero number does not change the </a:t>
            </a:r>
            <a:r>
              <a:rPr lang="en-US" sz="1400" b="0" strike="noStrike" spc="-1" dirty="0" err="1">
                <a:solidFill>
                  <a:srgbClr val="000000"/>
                </a:solidFill>
                <a:latin typeface="Arial"/>
              </a:rPr>
              <a:t>epipolar</a:t>
            </a:r>
            <a:r>
              <a:rPr lang="en-US" sz="1400" b="0" strike="noStrike" spc="-1" dirty="0">
                <a:solidFill>
                  <a:srgbClr val="000000"/>
                </a:solidFill>
                <a:latin typeface="Arial"/>
              </a:rPr>
              <a:t> constraint. Only the relative values of the entries matter.</a:t>
            </a:r>
          </a:p>
        </p:txBody>
      </p:sp>
      <p:sp>
        <p:nvSpPr>
          <p:cNvPr id="175" name="PlaceHolder 3"/>
          <p:cNvSpPr>
            <a:spLocks noGrp="1"/>
          </p:cNvSpPr>
          <p:nvPr>
            <p:ph/>
          </p:nvPr>
        </p:nvSpPr>
        <p:spPr>
          <a:xfrm>
            <a:off x="4832280" y="1152360"/>
            <a:ext cx="3999240" cy="341568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 sz="1400" b="0" strike="noStrike" spc="-1" dirty="0">
                <a:solidFill>
                  <a:srgbClr val="595959"/>
                </a:solidFill>
                <a:latin typeface="Arial"/>
                <a:ea typeface="Arial"/>
              </a:rPr>
              <a:t>The fundamental matrix has rank 2 because it represents a mapping from points in one image to lines in the other image. For any point x in image 1 is represented by the line l = Fx in image 2. All the lines pass through the epipole so they are dependent. This forces that fundamental matrix to have rank 2 instead of rank 3. </a:t>
            </a:r>
            <a:endParaRPr lang="en-US" sz="1400" b="0" strike="noStrike" spc="-1" dirty="0">
              <a:solidFill>
                <a:srgbClr val="000000"/>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strike="noStrike" spc="-1" dirty="0">
                <a:solidFill>
                  <a:srgbClr val="000000"/>
                </a:solidFill>
                <a:latin typeface="Arial"/>
                <a:ea typeface="Arial"/>
              </a:rPr>
              <a:t>Part 6: RANSAC</a:t>
            </a:r>
            <a:endParaRPr lang="en-US" sz="2800" b="0" strike="noStrike" spc="-1" dirty="0">
              <a:solidFill>
                <a:srgbClr val="000000"/>
              </a:solidFill>
              <a:latin typeface="Arial"/>
            </a:endParaRPr>
          </a:p>
        </p:txBody>
      </p:sp>
      <p:pic>
        <p:nvPicPr>
          <p:cNvPr id="3" name="Content Placeholder 2">
            <a:extLst>
              <a:ext uri="{FF2B5EF4-FFF2-40B4-BE49-F238E27FC236}">
                <a16:creationId xmlns:a16="http://schemas.microsoft.com/office/drawing/2014/main" id="{AD1C0563-D10F-33A5-C06A-598D97476E63}"/>
              </a:ext>
            </a:extLst>
          </p:cNvPr>
          <p:cNvPicPr>
            <a:picLocks noGrp="1" noChangeAspect="1"/>
          </p:cNvPicPr>
          <p:nvPr>
            <p:ph/>
          </p:nvPr>
        </p:nvPicPr>
        <p:blipFill>
          <a:blip r:embed="rId2"/>
          <a:stretch>
            <a:fillRect/>
          </a:stretch>
        </p:blipFill>
        <p:spPr>
          <a:xfrm>
            <a:off x="1722825" y="1017000"/>
            <a:ext cx="5102033" cy="3416300"/>
          </a:xfrm>
          <a:prstGeom prst="rect">
            <a:avLst/>
          </a:prstGeom>
          <a:noFill/>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strike="noStrike" spc="-1" dirty="0">
                <a:solidFill>
                  <a:srgbClr val="000000"/>
                </a:solidFill>
                <a:latin typeface="Arial"/>
                <a:ea typeface="Arial"/>
              </a:rPr>
              <a:t>Part 6: RANSAC</a:t>
            </a:r>
            <a:endParaRPr lang="en-US" sz="2800" b="0" strike="noStrike" spc="-1" dirty="0">
              <a:solidFill>
                <a:srgbClr val="000000"/>
              </a:solidFill>
              <a:latin typeface="Arial"/>
            </a:endParaRPr>
          </a:p>
        </p:txBody>
      </p:sp>
      <p:pic>
        <p:nvPicPr>
          <p:cNvPr id="3" name="Content Placeholder 2">
            <a:extLst>
              <a:ext uri="{FF2B5EF4-FFF2-40B4-BE49-F238E27FC236}">
                <a16:creationId xmlns:a16="http://schemas.microsoft.com/office/drawing/2014/main" id="{E0478CA8-A0A4-D669-9ECF-CC36672A70AE}"/>
              </a:ext>
            </a:extLst>
          </p:cNvPr>
          <p:cNvPicPr>
            <a:picLocks noGrp="1" noChangeAspect="1"/>
          </p:cNvPicPr>
          <p:nvPr>
            <p:ph/>
          </p:nvPr>
        </p:nvPicPr>
        <p:blipFill>
          <a:blip r:embed="rId2"/>
          <a:stretch>
            <a:fillRect/>
          </a:stretch>
        </p:blipFill>
        <p:spPr>
          <a:xfrm>
            <a:off x="2020623" y="1017000"/>
            <a:ext cx="5102033" cy="3416300"/>
          </a:xfrm>
          <a:prstGeom prst="rect">
            <a:avLst/>
          </a:prstGeom>
          <a:noFill/>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strike="noStrike" spc="-1" dirty="0">
                <a:solidFill>
                  <a:srgbClr val="000000"/>
                </a:solidFill>
                <a:latin typeface="Arial"/>
                <a:ea typeface="Arial"/>
              </a:rPr>
              <a:t>Part 6: RANSAC</a:t>
            </a:r>
            <a:endParaRPr lang="en-US" sz="2800" b="0" strike="noStrike" spc="-1" dirty="0">
              <a:solidFill>
                <a:srgbClr val="000000"/>
              </a:solidFill>
              <a:latin typeface="Arial"/>
            </a:endParaRPr>
          </a:p>
        </p:txBody>
      </p:sp>
      <mc:AlternateContent xmlns:mc="http://schemas.openxmlformats.org/markup-compatibility/2006">
        <mc:Choice xmlns:a14="http://schemas.microsoft.com/office/drawing/2010/main" Requires="a14">
          <p:sp>
            <p:nvSpPr>
              <p:cNvPr id="181" name="PlaceHolder 2"/>
              <p:cNvSpPr>
                <a:spLocks noGrp="1"/>
              </p:cNvSpPr>
              <p:nvPr>
                <p:ph/>
              </p:nvPr>
            </p:nvSpPr>
            <p:spPr>
              <a:xfrm>
                <a:off x="311760" y="1152360"/>
                <a:ext cx="3999240" cy="3415680"/>
              </a:xfrm>
              <a:prstGeom prst="rect">
                <a:avLst/>
              </a:prstGeom>
              <a:noFill/>
              <a:ln w="0">
                <a:noFill/>
              </a:ln>
            </p:spPr>
            <p:txBody>
              <a:bodyPr lIns="0" tIns="91440" rIns="0" bIns="91440" anchor="t">
                <a:normAutofit fontScale="55000" lnSpcReduction="20000"/>
              </a:bodyPr>
              <a:lstStyle/>
              <a:p>
                <a:pPr>
                  <a:lnSpc>
                    <a:spcPct val="115000"/>
                  </a:lnSpc>
                  <a:spcBef>
                    <a:spcPts val="1199"/>
                  </a:spcBef>
                  <a:tabLst>
                    <a:tab pos="0" algn="l"/>
                  </a:tabLst>
                </a:pPr>
                <a14:m>
                  <m:oMathPara xmlns:m="http://schemas.openxmlformats.org/officeDocument/2006/math">
                    <m:oMathParaPr>
                      <m:jc m:val="centerGroup"/>
                    </m:oMathParaPr>
                    <m:oMath xmlns:m="http://schemas.openxmlformats.org/officeDocument/2006/math">
                      <m:r>
                        <a:rPr lang="en-IN" sz="1400" i="1" spc="-1" smtClean="0">
                          <a:solidFill>
                            <a:srgbClr val="000000"/>
                          </a:solidFill>
                          <a:latin typeface="Cambria Math" panose="02040503050406030204" pitchFamily="18" charset="0"/>
                        </a:rPr>
                        <m:t>𝑁</m:t>
                      </m:r>
                      <m:r>
                        <a:rPr lang="en-IN" sz="1400" i="1" spc="-1" smtClean="0">
                          <a:solidFill>
                            <a:srgbClr val="000000"/>
                          </a:solidFill>
                          <a:latin typeface="Cambria Math" panose="02040503050406030204" pitchFamily="18" charset="0"/>
                        </a:rPr>
                        <m:t>=</m:t>
                      </m:r>
                      <m:f>
                        <m:fPr>
                          <m:ctrlPr>
                            <a:rPr lang="en-IN" sz="1400" i="1" spc="-1">
                              <a:solidFill>
                                <a:srgbClr val="000000"/>
                              </a:solidFill>
                              <a:latin typeface="Cambria Math" panose="02040503050406030204" pitchFamily="18" charset="0"/>
                            </a:rPr>
                          </m:ctrlPr>
                        </m:fPr>
                        <m:num>
                          <m:func>
                            <m:funcPr>
                              <m:ctrlPr>
                                <a:rPr lang="en-IN" sz="1400" i="0" spc="-1">
                                  <a:solidFill>
                                    <a:srgbClr val="000000"/>
                                  </a:solidFill>
                                  <a:latin typeface="Cambria Math" panose="02040503050406030204" pitchFamily="18" charset="0"/>
                                </a:rPr>
                              </m:ctrlPr>
                            </m:funcPr>
                            <m:fName>
                              <m:r>
                                <m:rPr>
                                  <m:sty m:val="p"/>
                                </m:rPr>
                                <a:rPr lang="en-IN" sz="1400" i="0" spc="-1">
                                  <a:solidFill>
                                    <a:srgbClr val="000000"/>
                                  </a:solidFill>
                                  <a:latin typeface="Cambria Math" panose="02040503050406030204" pitchFamily="18" charset="0"/>
                                </a:rPr>
                                <m:t>log</m:t>
                              </m:r>
                            </m:fName>
                            <m:e>
                              <m:d>
                                <m:dPr>
                                  <m:ctrlPr>
                                    <a:rPr lang="en-IN" sz="1400" i="1" spc="-1">
                                      <a:solidFill>
                                        <a:srgbClr val="000000"/>
                                      </a:solidFill>
                                      <a:latin typeface="Cambria Math" panose="02040503050406030204" pitchFamily="18" charset="0"/>
                                    </a:rPr>
                                  </m:ctrlPr>
                                </m:dPr>
                                <m:e>
                                  <m:r>
                                    <a:rPr lang="en-IN" sz="1400" i="1" spc="-1">
                                      <a:solidFill>
                                        <a:srgbClr val="000000"/>
                                      </a:solidFill>
                                      <a:latin typeface="Cambria Math" panose="02040503050406030204" pitchFamily="18" charset="0"/>
                                    </a:rPr>
                                    <m:t>1−</m:t>
                                  </m:r>
                                  <m:r>
                                    <a:rPr lang="en-IN" sz="1400" i="1" spc="-1">
                                      <a:solidFill>
                                        <a:srgbClr val="000000"/>
                                      </a:solidFill>
                                      <a:latin typeface="Cambria Math" panose="02040503050406030204" pitchFamily="18" charset="0"/>
                                    </a:rPr>
                                    <m:t>𝑝</m:t>
                                  </m:r>
                                </m:e>
                              </m:d>
                            </m:e>
                          </m:func>
                        </m:num>
                        <m:den>
                          <m:func>
                            <m:funcPr>
                              <m:ctrlPr>
                                <a:rPr lang="en-IN" sz="1400" i="0" spc="-1">
                                  <a:solidFill>
                                    <a:srgbClr val="000000"/>
                                  </a:solidFill>
                                  <a:latin typeface="Cambria Math" panose="02040503050406030204" pitchFamily="18" charset="0"/>
                                </a:rPr>
                              </m:ctrlPr>
                            </m:funcPr>
                            <m:fName>
                              <m:r>
                                <m:rPr>
                                  <m:sty m:val="p"/>
                                </m:rPr>
                                <a:rPr lang="en-IN" sz="1400" i="0" spc="-1">
                                  <a:solidFill>
                                    <a:srgbClr val="000000"/>
                                  </a:solidFill>
                                  <a:latin typeface="Cambria Math" panose="02040503050406030204" pitchFamily="18" charset="0"/>
                                </a:rPr>
                                <m:t>log</m:t>
                              </m:r>
                            </m:fName>
                            <m:e>
                              <m:d>
                                <m:dPr>
                                  <m:ctrlPr>
                                    <a:rPr lang="en-IN" sz="1400" i="1" spc="-1">
                                      <a:solidFill>
                                        <a:srgbClr val="000000"/>
                                      </a:solidFill>
                                      <a:latin typeface="Cambria Math" panose="02040503050406030204" pitchFamily="18" charset="0"/>
                                    </a:rPr>
                                  </m:ctrlPr>
                                </m:dPr>
                                <m:e>
                                  <m:r>
                                    <a:rPr lang="en-IN" sz="1400" i="1" spc="-1">
                                      <a:solidFill>
                                        <a:srgbClr val="000000"/>
                                      </a:solidFill>
                                      <a:latin typeface="Cambria Math" panose="02040503050406030204" pitchFamily="18" charset="0"/>
                                    </a:rPr>
                                    <m:t>1−</m:t>
                                  </m:r>
                                  <m:sSup>
                                    <m:sSupPr>
                                      <m:ctrlPr>
                                        <a:rPr lang="en-IN" sz="1400" i="1" spc="-1">
                                          <a:solidFill>
                                            <a:srgbClr val="000000"/>
                                          </a:solidFill>
                                          <a:latin typeface="Cambria Math" panose="02040503050406030204" pitchFamily="18" charset="0"/>
                                        </a:rPr>
                                      </m:ctrlPr>
                                    </m:sSupPr>
                                    <m:e>
                                      <m:r>
                                        <a:rPr lang="en-IN" sz="1400" i="1" spc="-1">
                                          <a:solidFill>
                                            <a:srgbClr val="000000"/>
                                          </a:solidFill>
                                          <a:latin typeface="Cambria Math" panose="02040503050406030204" pitchFamily="18" charset="0"/>
                                        </a:rPr>
                                        <m:t>𝑤</m:t>
                                      </m:r>
                                    </m:e>
                                    <m:sup>
                                      <m:r>
                                        <a:rPr lang="en-IN" sz="1400" i="1" spc="-1">
                                          <a:solidFill>
                                            <a:srgbClr val="000000"/>
                                          </a:solidFill>
                                          <a:latin typeface="Cambria Math" panose="02040503050406030204" pitchFamily="18" charset="0"/>
                                        </a:rPr>
                                        <m:t>𝑠</m:t>
                                      </m:r>
                                    </m:sup>
                                  </m:sSup>
                                </m:e>
                              </m:d>
                            </m:e>
                          </m:func>
                        </m:den>
                      </m:f>
                    </m:oMath>
                  </m:oMathPara>
                </a14:m>
                <a:endParaRPr lang="en" sz="1400" b="0" strike="noStrike" spc="-1" dirty="0">
                  <a:solidFill>
                    <a:srgbClr val="595959"/>
                  </a:solidFill>
                  <a:latin typeface="Arial"/>
                  <a:ea typeface="Arial"/>
                </a:endParaRPr>
              </a:p>
              <a:p>
                <a:pPr>
                  <a:lnSpc>
                    <a:spcPct val="115000"/>
                  </a:lnSpc>
                  <a:spcBef>
                    <a:spcPts val="1199"/>
                  </a:spcBef>
                  <a:tabLst>
                    <a:tab pos="0" algn="l"/>
                  </a:tabLst>
                </a:pPr>
                <a:r>
                  <a:rPr lang="en" sz="2100" spc="-1" dirty="0">
                    <a:solidFill>
                      <a:srgbClr val="595959"/>
                    </a:solidFill>
                    <a:latin typeface="Arial"/>
                    <a:ea typeface="Arial"/>
                  </a:rPr>
                  <a:t>Plugging in the values, we get N = 6.471 which we can round up to 7</a:t>
                </a:r>
              </a:p>
              <a:p>
                <a:pPr>
                  <a:lnSpc>
                    <a:spcPct val="115000"/>
                  </a:lnSpc>
                  <a:spcBef>
                    <a:spcPts val="1199"/>
                  </a:spcBef>
                  <a:tabLst>
                    <a:tab pos="0" algn="l"/>
                  </a:tabLst>
                </a:pPr>
                <a:endParaRPr lang="en" sz="2100" spc="-1" dirty="0">
                  <a:solidFill>
                    <a:srgbClr val="595959"/>
                  </a:solidFill>
                  <a:latin typeface="Arial"/>
                  <a:ea typeface="Arial"/>
                </a:endParaRPr>
              </a:p>
              <a:p>
                <a:pPr>
                  <a:lnSpc>
                    <a:spcPct val="115000"/>
                  </a:lnSpc>
                  <a:spcBef>
                    <a:spcPts val="1199"/>
                  </a:spcBef>
                  <a:tabLst>
                    <a:tab pos="0" algn="l"/>
                  </a:tabLst>
                </a:pPr>
                <a:r>
                  <a:rPr lang="en" sz="2100" spc="-1" dirty="0">
                    <a:solidFill>
                      <a:srgbClr val="595959"/>
                    </a:solidFill>
                    <a:latin typeface="Arial"/>
                    <a:ea typeface="Arial"/>
                  </a:rPr>
                  <a:t>Plugging in the value 8 in the above sample, we get that N=12.27, which </a:t>
                </a:r>
                <a:r>
                  <a:rPr lang="en-IN" sz="2100" spc="-1" dirty="0">
                    <a:solidFill>
                      <a:srgbClr val="595959"/>
                    </a:solidFill>
                    <a:latin typeface="Arial"/>
                    <a:ea typeface="Arial"/>
                  </a:rPr>
                  <a:t>can be rounded up to 13. This is counterintuitive but can be explained because as we increase the number of samples the probability that all the points in the sample are inliers becomes lesser</a:t>
                </a:r>
                <a:endParaRPr lang="en" sz="2100" spc="-1" dirty="0">
                  <a:solidFill>
                    <a:srgbClr val="595959"/>
                  </a:solidFill>
                  <a:latin typeface="Arial"/>
                  <a:ea typeface="Arial"/>
                </a:endParaRPr>
              </a:p>
            </p:txBody>
          </p:sp>
        </mc:Choice>
        <mc:Fallback>
          <p:sp>
            <p:nvSpPr>
              <p:cNvPr id="181" name="PlaceHolder 2"/>
              <p:cNvSpPr>
                <a:spLocks noGrp="1" noRot="1" noChangeAspect="1" noMove="1" noResize="1" noEditPoints="1" noAdjustHandles="1" noChangeArrowheads="1" noChangeShapeType="1" noTextEdit="1"/>
              </p:cNvSpPr>
              <p:nvPr>
                <p:ph/>
              </p:nvPr>
            </p:nvSpPr>
            <p:spPr>
              <a:xfrm>
                <a:off x="311760" y="1152360"/>
                <a:ext cx="3999240" cy="3415680"/>
              </a:xfrm>
              <a:prstGeom prst="rect">
                <a:avLst/>
              </a:prstGeom>
              <a:blipFill>
                <a:blip r:embed="rId2"/>
                <a:stretch>
                  <a:fillRect l="-2287" r="-762"/>
                </a:stretch>
              </a:blipFill>
              <a:ln w="0">
                <a:noFill/>
              </a:ln>
            </p:spPr>
            <p:txBody>
              <a:bodyPr/>
              <a:lstStyle/>
              <a:p>
                <a:r>
                  <a:rPr lang="en-IN">
                    <a:noFill/>
                  </a:rPr>
                  <a:t> </a:t>
                </a:r>
              </a:p>
            </p:txBody>
          </p:sp>
        </mc:Fallback>
      </mc:AlternateContent>
      <p:sp>
        <p:nvSpPr>
          <p:cNvPr id="182" name="PlaceHolder 3"/>
          <p:cNvSpPr>
            <a:spLocks noGrp="1"/>
          </p:cNvSpPr>
          <p:nvPr>
            <p:ph/>
          </p:nvPr>
        </p:nvSpPr>
        <p:spPr>
          <a:xfrm>
            <a:off x="4832280" y="1152360"/>
            <a:ext cx="3999240" cy="3415680"/>
          </a:xfrm>
          <a:prstGeom prst="rect">
            <a:avLst/>
          </a:prstGeom>
          <a:noFill/>
          <a:ln w="0">
            <a:noFill/>
          </a:ln>
        </p:spPr>
        <p:txBody>
          <a:bodyPr lIns="0" tIns="91440" rIns="0" bIns="91440" anchor="t">
            <a:normAutofit/>
          </a:bodyPr>
          <a:lstStyle/>
          <a:p>
            <a:pPr>
              <a:lnSpc>
                <a:spcPct val="115000"/>
              </a:lnSpc>
              <a:spcAft>
                <a:spcPts val="1199"/>
              </a:spcAft>
              <a:tabLst>
                <a:tab pos="0" algn="l"/>
              </a:tabLst>
            </a:pPr>
            <a:r>
              <a:rPr lang="en-IN" sz="1400" b="0" strike="noStrike" spc="-1" dirty="0">
                <a:solidFill>
                  <a:srgbClr val="595959"/>
                </a:solidFill>
                <a:latin typeface="Arial"/>
                <a:ea typeface="Arial"/>
              </a:rPr>
              <a:t>We get N = 25.16, this can be rounded up to 26 iterations</a:t>
            </a:r>
            <a:endParaRPr lang="en-US" sz="1400" b="0" strike="noStrike" spc="-1" dirty="0">
              <a:solidFill>
                <a:srgbClr val="00000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strike="noStrike" spc="-1" dirty="0">
                <a:solidFill>
                  <a:srgbClr val="000000"/>
                </a:solidFill>
                <a:latin typeface="Arial"/>
                <a:ea typeface="Arial"/>
              </a:rPr>
              <a:t>Part 6: Performance comparison</a:t>
            </a:r>
            <a:endParaRPr lang="en-US" sz="2800" b="0" strike="noStrike" spc="-1" dirty="0">
              <a:solidFill>
                <a:srgbClr val="000000"/>
              </a:solidFill>
              <a:latin typeface="Arial"/>
            </a:endParaRPr>
          </a:p>
        </p:txBody>
      </p:sp>
      <p:pic>
        <p:nvPicPr>
          <p:cNvPr id="3" name="Content Placeholder 2">
            <a:extLst>
              <a:ext uri="{FF2B5EF4-FFF2-40B4-BE49-F238E27FC236}">
                <a16:creationId xmlns:a16="http://schemas.microsoft.com/office/drawing/2014/main" id="{B14F560F-7D33-8290-B919-2CE545ECFB7D}"/>
              </a:ext>
            </a:extLst>
          </p:cNvPr>
          <p:cNvPicPr>
            <a:picLocks noGrp="1" noChangeAspect="1"/>
          </p:cNvPicPr>
          <p:nvPr>
            <p:ph/>
          </p:nvPr>
        </p:nvPicPr>
        <p:blipFill>
          <a:blip r:embed="rId2"/>
          <a:stretch>
            <a:fillRect/>
          </a:stretch>
        </p:blipFill>
        <p:spPr>
          <a:xfrm>
            <a:off x="765524" y="1152360"/>
            <a:ext cx="2853860" cy="3416300"/>
          </a:xfrm>
          <a:prstGeom prst="rect">
            <a:avLst/>
          </a:prstGeom>
          <a:noFill/>
          <a:ln w="0">
            <a:noFill/>
          </a:ln>
        </p:spPr>
      </p:pic>
      <p:pic>
        <p:nvPicPr>
          <p:cNvPr id="5" name="Content Placeholder 4">
            <a:extLst>
              <a:ext uri="{FF2B5EF4-FFF2-40B4-BE49-F238E27FC236}">
                <a16:creationId xmlns:a16="http://schemas.microsoft.com/office/drawing/2014/main" id="{D0CEE0D4-96E4-B26D-18E8-57C8935BB00B}"/>
              </a:ext>
            </a:extLst>
          </p:cNvPr>
          <p:cNvPicPr>
            <a:picLocks noGrp="1" noChangeAspect="1"/>
          </p:cNvPicPr>
          <p:nvPr>
            <p:ph/>
          </p:nvPr>
        </p:nvPicPr>
        <p:blipFill>
          <a:blip r:embed="rId3"/>
          <a:stretch>
            <a:fillRect/>
          </a:stretch>
        </p:blipFill>
        <p:spPr>
          <a:xfrm>
            <a:off x="5311630" y="1152360"/>
            <a:ext cx="2713250" cy="3416300"/>
          </a:xfrm>
          <a:prstGeom prst="rect">
            <a:avLst/>
          </a:prstGeom>
          <a:noFill/>
          <a:ln w="0">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strike="noStrike" spc="-1" dirty="0">
                <a:solidFill>
                  <a:srgbClr val="000000"/>
                </a:solidFill>
                <a:latin typeface="Arial"/>
                <a:ea typeface="Arial"/>
              </a:rPr>
              <a:t>Part 6: Performance comparison</a:t>
            </a:r>
            <a:endParaRPr lang="en-US" sz="2800" b="0" strike="noStrike" spc="-1" dirty="0">
              <a:solidFill>
                <a:srgbClr val="000000"/>
              </a:solidFill>
              <a:latin typeface="Arial"/>
            </a:endParaRPr>
          </a:p>
        </p:txBody>
      </p:sp>
      <p:sp>
        <p:nvSpPr>
          <p:cNvPr id="187" name="PlaceHolder 2"/>
          <p:cNvSpPr>
            <a:spLocks noGrp="1"/>
          </p:cNvSpPr>
          <p:nvPr>
            <p:ph/>
          </p:nvPr>
        </p:nvSpPr>
        <p:spPr>
          <a:xfrm>
            <a:off x="311760" y="1152360"/>
            <a:ext cx="3999240" cy="3415680"/>
          </a:xfrm>
          <a:prstGeom prst="rect">
            <a:avLst/>
          </a:prstGeom>
          <a:noFill/>
          <a:ln w="0">
            <a:noFill/>
          </a:ln>
        </p:spPr>
        <p:txBody>
          <a:bodyPr lIns="0" tIns="91440" rIns="0" bIns="91440" anchor="t">
            <a:normAutofit/>
          </a:bodyPr>
          <a:lstStyle/>
          <a:p>
            <a:pPr indent="0">
              <a:lnSpc>
                <a:spcPct val="115000"/>
              </a:lnSpc>
              <a:buNone/>
              <a:tabLst>
                <a:tab pos="0" algn="l"/>
              </a:tabLst>
            </a:pPr>
            <a:r>
              <a:rPr lang="en" sz="1400" spc="-1" dirty="0">
                <a:solidFill>
                  <a:srgbClr val="595959"/>
                </a:solidFill>
                <a:latin typeface="Arial"/>
              </a:rPr>
              <a:t>The homography we computed using RANSAC seems much more well-aligned as compared to the na</a:t>
            </a:r>
            <a:r>
              <a:rPr lang="en-IN" sz="1400" spc="-1" dirty="0">
                <a:solidFill>
                  <a:srgbClr val="595959"/>
                </a:solidFill>
                <a:latin typeface="Arial"/>
              </a:rPr>
              <a:t>ï</a:t>
            </a:r>
            <a:r>
              <a:rPr lang="en" sz="1400" spc="-1" dirty="0">
                <a:solidFill>
                  <a:srgbClr val="595959"/>
                </a:solidFill>
                <a:latin typeface="Arial"/>
              </a:rPr>
              <a:t>ve implementation of RANSAC. </a:t>
            </a:r>
            <a:endParaRPr lang="en-US" sz="1400" b="0" strike="noStrike" spc="-1" dirty="0">
              <a:solidFill>
                <a:srgbClr val="000000"/>
              </a:solidFill>
              <a:latin typeface="Arial"/>
            </a:endParaRPr>
          </a:p>
          <a:p>
            <a:pPr indent="0">
              <a:lnSpc>
                <a:spcPct val="115000"/>
              </a:lnSpc>
              <a:spcBef>
                <a:spcPts val="1199"/>
              </a:spcBef>
              <a:buNone/>
              <a:tabLst>
                <a:tab pos="0" algn="l"/>
              </a:tabLst>
            </a:pPr>
            <a:endParaRPr lang="en-US" sz="1400" b="0" strike="noStrike" spc="-1" dirty="0">
              <a:solidFill>
                <a:srgbClr val="000000"/>
              </a:solidFill>
              <a:latin typeface="Arial"/>
            </a:endParaRPr>
          </a:p>
          <a:p>
            <a:pPr indent="0">
              <a:lnSpc>
                <a:spcPct val="115000"/>
              </a:lnSpc>
              <a:spcBef>
                <a:spcPts val="1199"/>
              </a:spcBef>
              <a:buNone/>
              <a:tabLst>
                <a:tab pos="0" algn="l"/>
              </a:tabLst>
            </a:pPr>
            <a:endParaRPr lang="en-US" sz="1400" b="0" strike="noStrike" spc="-1" dirty="0">
              <a:solidFill>
                <a:srgbClr val="000000"/>
              </a:solidFill>
              <a:latin typeface="Arial"/>
            </a:endParaRPr>
          </a:p>
          <a:p>
            <a:pPr indent="0">
              <a:lnSpc>
                <a:spcPct val="115000"/>
              </a:lnSpc>
              <a:spcBef>
                <a:spcPts val="1199"/>
              </a:spcBef>
              <a:buNone/>
              <a:tabLst>
                <a:tab pos="0" algn="l"/>
              </a:tabLst>
            </a:pPr>
            <a:r>
              <a:rPr lang="en-US" sz="1400" spc="-1" dirty="0">
                <a:solidFill>
                  <a:srgbClr val="000000"/>
                </a:solidFill>
                <a:latin typeface="Arial"/>
              </a:rPr>
              <a:t>These differences are due to the defect in the way least-squares operates. It is very sensitive to outliers hence a few outliers completely distorts the </a:t>
            </a:r>
            <a:r>
              <a:rPr lang="en-US" sz="1400" spc="-1" dirty="0" err="1">
                <a:solidFill>
                  <a:srgbClr val="000000"/>
                </a:solidFill>
                <a:latin typeface="Arial"/>
              </a:rPr>
              <a:t>homography</a:t>
            </a:r>
            <a:r>
              <a:rPr lang="en-US" sz="1400" spc="-1" dirty="0">
                <a:solidFill>
                  <a:srgbClr val="000000"/>
                </a:solidFill>
                <a:latin typeface="Arial"/>
              </a:rPr>
              <a:t>. RANSAC samples points iteratively and selects the </a:t>
            </a:r>
            <a:r>
              <a:rPr lang="en-US" sz="1400" spc="-1" dirty="0" err="1">
                <a:solidFill>
                  <a:srgbClr val="000000"/>
                </a:solidFill>
                <a:latin typeface="Arial"/>
              </a:rPr>
              <a:t>homography</a:t>
            </a:r>
            <a:r>
              <a:rPr lang="en-US" sz="1400" spc="-1" dirty="0">
                <a:solidFill>
                  <a:srgbClr val="000000"/>
                </a:solidFill>
                <a:latin typeface="Arial"/>
              </a:rPr>
              <a:t> that fits the largest number of inliers</a:t>
            </a:r>
            <a:endParaRPr lang="en-US" sz="1400" b="0" strike="noStrike" spc="-1" dirty="0">
              <a:solidFill>
                <a:srgbClr val="000000"/>
              </a:solidFill>
              <a:latin typeface="Arial"/>
            </a:endParaRPr>
          </a:p>
        </p:txBody>
      </p:sp>
      <p:sp>
        <p:nvSpPr>
          <p:cNvPr id="188" name="PlaceHolder 3"/>
          <p:cNvSpPr>
            <a:spLocks noGrp="1"/>
          </p:cNvSpPr>
          <p:nvPr>
            <p:ph/>
          </p:nvPr>
        </p:nvSpPr>
        <p:spPr>
          <a:xfrm>
            <a:off x="4832280" y="1152360"/>
            <a:ext cx="3999240" cy="341568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US" sz="1400" b="0" strike="noStrike" spc="-1" dirty="0">
                <a:solidFill>
                  <a:srgbClr val="000000"/>
                </a:solidFill>
                <a:latin typeface="Arial"/>
              </a:rPr>
              <a:t>In real-world applications RANSAC would be more effective since this kind of data always has some sort of noise due to a variety of reasons. The trade-off obviously is that RANSAC is a lot slower depending on the number of expected outliers.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311760" y="444960"/>
            <a:ext cx="8519760" cy="57204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strike="noStrike" spc="-1">
                <a:solidFill>
                  <a:srgbClr val="000000"/>
                </a:solidFill>
                <a:latin typeface="Arial"/>
                <a:ea typeface="Arial"/>
              </a:rPr>
              <a:t>Conclusion</a:t>
            </a:r>
            <a:endParaRPr lang="en-US" sz="2800" b="0" strike="noStrike" spc="-1">
              <a:solidFill>
                <a:srgbClr val="000000"/>
              </a:solidFill>
              <a:latin typeface="Arial"/>
            </a:endParaRPr>
          </a:p>
        </p:txBody>
      </p:sp>
      <p:sp>
        <p:nvSpPr>
          <p:cNvPr id="190" name="PlaceHolder 2"/>
          <p:cNvSpPr>
            <a:spLocks noGrp="1"/>
          </p:cNvSpPr>
          <p:nvPr>
            <p:ph/>
          </p:nvPr>
        </p:nvSpPr>
        <p:spPr>
          <a:xfrm>
            <a:off x="311760" y="1152360"/>
            <a:ext cx="8519760" cy="3415680"/>
          </a:xfrm>
          <a:prstGeom prst="rect">
            <a:avLst/>
          </a:prstGeom>
          <a:noFill/>
          <a:ln w="0">
            <a:noFill/>
          </a:ln>
        </p:spPr>
        <p:txBody>
          <a:bodyPr lIns="0" tIns="91440" rIns="0" bIns="91440" anchor="t">
            <a:normAutofit lnSpcReduction="10000"/>
          </a:bodyPr>
          <a:lstStyle/>
          <a:p>
            <a:r>
              <a:rPr lang="en-US" sz="1800" dirty="0"/>
              <a:t>The RANSAC-based </a:t>
            </a:r>
            <a:r>
              <a:rPr lang="en-US" sz="1800" dirty="0" err="1"/>
              <a:t>homography</a:t>
            </a:r>
            <a:r>
              <a:rPr lang="en-US" sz="1800" dirty="0"/>
              <a:t> estimation was significantly more effective than the naive approach because it is robust to outliers in the initial SIFT matches. In practice, SIFT matching produces some incorrect correspondences due to repetitive textures, noise, or partially visible features. Naive </a:t>
            </a:r>
            <a:r>
              <a:rPr lang="en-US" sz="1800" dirty="0" err="1"/>
              <a:t>homography</a:t>
            </a:r>
            <a:r>
              <a:rPr lang="en-US" sz="1800" dirty="0"/>
              <a:t> assumes that all matches are correct and computes a single transformation using all points, so even a few mismatches can distort the estimated </a:t>
            </a:r>
            <a:r>
              <a:rPr lang="en-US" sz="1800" dirty="0" err="1"/>
              <a:t>homography</a:t>
            </a:r>
            <a:r>
              <a:rPr lang="en-US" sz="1800" dirty="0"/>
              <a:t> and produce poor alignment.</a:t>
            </a:r>
          </a:p>
          <a:p>
            <a:r>
              <a:rPr lang="en-US" sz="1800" dirty="0"/>
              <a:t>RANSAC, in contrast, iteratively selects minimal subsets of points to compute candidate </a:t>
            </a:r>
            <a:r>
              <a:rPr lang="en-US" sz="1800" dirty="0" err="1"/>
              <a:t>homographies</a:t>
            </a:r>
            <a:r>
              <a:rPr lang="en-US" sz="1800" dirty="0"/>
              <a:t> and evaluates how many matches agree with each candidate (the inliers). By focusing on the subset with the most inliers, RANSAC effectively ignores the incorrect matches, producing a </a:t>
            </a:r>
            <a:r>
              <a:rPr lang="en-US" sz="1800" dirty="0" err="1"/>
              <a:t>homography</a:t>
            </a:r>
            <a:r>
              <a:rPr lang="en-US" sz="1800" dirty="0"/>
              <a:t> that aligns the images correctly despite noisy or mismatched points. This handling of outliers is why RANSAC provides much more accurate and reliable results in real-world scenarios.</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1865</TotalTime>
  <Words>2234</Words>
  <Application>Microsoft Office PowerPoint</Application>
  <PresentationFormat>On-screen Show (16:9)</PresentationFormat>
  <Paragraphs>190</Paragraphs>
  <Slides>30</Slides>
  <Notes>0</Notes>
  <HiddenSlides>0</HiddenSlides>
  <MMClips>0</MMClips>
  <ScaleCrop>false</ScaleCrop>
  <HeadingPairs>
    <vt:vector size="6" baseType="variant">
      <vt:variant>
        <vt:lpstr>Fonts Used</vt:lpstr>
      </vt:variant>
      <vt:variant>
        <vt:i4>5</vt:i4>
      </vt:variant>
      <vt:variant>
        <vt:lpstr>Theme</vt:lpstr>
      </vt:variant>
      <vt:variant>
        <vt:i4>25</vt:i4>
      </vt:variant>
      <vt:variant>
        <vt:lpstr>Slide Titles</vt:lpstr>
      </vt:variant>
      <vt:variant>
        <vt:i4>30</vt:i4>
      </vt:variant>
    </vt:vector>
  </HeadingPairs>
  <TitlesOfParts>
    <vt:vector size="60" baseType="lpstr">
      <vt:lpstr>Arial</vt:lpstr>
      <vt:lpstr>Cambria Math</vt:lpstr>
      <vt:lpstr>Symbol</vt:lpstr>
      <vt:lpstr>Times New Roman</vt:lpstr>
      <vt:lpstr>Wingdings</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Office Theme</vt:lpstr>
      <vt:lpstr>Office Theme</vt:lpstr>
      <vt:lpstr>Office Theme</vt:lpstr>
      <vt:lpstr>CS 6476 Project 2</vt:lpstr>
      <vt:lpstr>Part 1: Harris corner detector</vt:lpstr>
      <vt:lpstr>Part 1: Harris corner detector</vt:lpstr>
      <vt:lpstr>Part 1: Harris corner detector</vt:lpstr>
      <vt:lpstr>Part 1: Harris corner detector</vt:lpstr>
      <vt:lpstr>Part 1: Harris corner detector</vt:lpstr>
      <vt:lpstr>Part 1: Harris corner detector</vt:lpstr>
      <vt:lpstr>Part 1: Harris corner detector</vt:lpstr>
      <vt:lpstr>Part 2: Normalized patch feature descriptor</vt:lpstr>
      <vt:lpstr>Part 2: Feature matching</vt:lpstr>
      <vt:lpstr>Part 2: Feature matching</vt:lpstr>
      <vt:lpstr>Part 2: Feature matching</vt:lpstr>
      <vt:lpstr>Part 3: SIFT feature descriptor</vt:lpstr>
      <vt:lpstr>Part 3: SIFT feature descriptor</vt:lpstr>
      <vt:lpstr>Part 3: SIFT feature descriptor</vt:lpstr>
      <vt:lpstr>Part 3: SIFT feature descriptor</vt:lpstr>
      <vt:lpstr>Part 3: SIFT feature descriptor</vt:lpstr>
      <vt:lpstr>Part 4 (Extra Credit): : Projection matrix</vt:lpstr>
      <vt:lpstr>Part 4 (Extra Credit): : Projection matrix</vt:lpstr>
      <vt:lpstr>Part 4 (Extra Credit): : Projection matrix</vt:lpstr>
      <vt:lpstr>Part 5 (Extra Credit): Fundamental matrix</vt:lpstr>
      <vt:lpstr>Part 5 (Extra Credit): Fundamental matrix</vt:lpstr>
      <vt:lpstr>Part 5 (Extra Credit): Fundamental matrix</vt:lpstr>
      <vt:lpstr>Part 5 (Extra Credit): Fundamental matrix</vt:lpstr>
      <vt:lpstr>Part 6: RANSAC</vt:lpstr>
      <vt:lpstr>Part 6: RANSAC</vt:lpstr>
      <vt:lpstr>Part 6: RANSAC</vt:lpstr>
      <vt:lpstr>Part 6: Performance comparison</vt:lpstr>
      <vt:lpstr>Part 6: Performance comparison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4476/6476 Project 2</dc:title>
  <dc:subject/>
  <dc:creator/>
  <dc:description/>
  <cp:lastModifiedBy>Nandan Parikh</cp:lastModifiedBy>
  <cp:revision>123</cp:revision>
  <dcterms:modified xsi:type="dcterms:W3CDTF">2025-09-27T16:49:44Z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(16:9)</vt:lpwstr>
  </property>
  <property fmtid="{D5CDD505-2E9C-101B-9397-08002B2CF9AE}" pid="3" name="Slides">
    <vt:i4>15</vt:i4>
  </property>
</Properties>
</file>